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1206627ce74de5" /><Relationship Type="http://schemas.openxmlformats.org/officeDocument/2006/relationships/extended-properties" Target="/docProps/app.xml" Id="Ra11d750824c74522" /><Relationship Type="http://schemas.openxmlformats.org/officeDocument/2006/relationships/officeDocument" Target="/ppt/presentation.xml" Id="Rb48ebdf2d96441f2" /></Relationships>
</file>

<file path=ppt/presentation.xml><?xml version="1.0" encoding="utf-8"?>
<p:presentation xmlns:p="http://schemas.openxmlformats.org/presentationml/2006/main">
  <p:sldMasterIdLst>
    <p:sldMasterId xmlns:r="http://schemas.openxmlformats.org/officeDocument/2006/relationships" id="2147483648" r:id="Rfaa6fa83b0bd41c9"/>
  </p:sldMasterIdLst>
  <p:notesMasterIdLst>
    <p:notesMasterId xmlns:r="http://schemas.openxmlformats.org/officeDocument/2006/relationships" r:id="R788a7dbdb71741e6"/>
  </p:notesMasterIdLst>
  <p:sldIdLst>
    <p:sldId xmlns:r="http://schemas.openxmlformats.org/officeDocument/2006/relationships" id="256" r:id="R035ce14c438c4b06"/>
    <p:sldId xmlns:r="http://schemas.openxmlformats.org/officeDocument/2006/relationships" id="257" r:id="R2d11e65b2488486b"/>
    <p:sldId xmlns:r="http://schemas.openxmlformats.org/officeDocument/2006/relationships" id="258" r:id="R4e5fd613cbcd41e9"/>
    <p:sldId xmlns:r="http://schemas.openxmlformats.org/officeDocument/2006/relationships" id="259" r:id="R36ab84b4b92f4488"/>
    <p:sldId xmlns:r="http://schemas.openxmlformats.org/officeDocument/2006/relationships" id="260" r:id="R766e9a12cca34a19"/>
    <p:sldId xmlns:r="http://schemas.openxmlformats.org/officeDocument/2006/relationships" id="261" r:id="Rfb956b5be99e41c6"/>
    <p:sldId xmlns:r="http://schemas.openxmlformats.org/officeDocument/2006/relationships" id="262" r:id="Rf28aa025c734413a"/>
    <p:sldId xmlns:r="http://schemas.openxmlformats.org/officeDocument/2006/relationships" id="263" r:id="R464c442d494945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e20932c80e4d09" /><Relationship Type="http://schemas.openxmlformats.org/officeDocument/2006/relationships/slideMaster" Target="/ppt/slideMasters/slideMaster1.xml" Id="Rfaa6fa83b0bd41c9" /><Relationship Type="http://schemas.openxmlformats.org/officeDocument/2006/relationships/notesMaster" Target="/ppt/notesMasters/notesMaster1.xml" Id="R788a7dbdb71741e6" /><Relationship Type="http://schemas.openxmlformats.org/officeDocument/2006/relationships/presProps" Target="/ppt/presProps.xml" Id="R44fb133bb8d44cea" /><Relationship Type="http://schemas.openxmlformats.org/officeDocument/2006/relationships/tableStyles" Target="/ppt/tableStyles.xml" Id="Rc1bda0adeda8454d" /><Relationship Type="http://schemas.openxmlformats.org/officeDocument/2006/relationships/slide" Target="/ppt/slides/slide1.xml" Id="R035ce14c438c4b06" /><Relationship Type="http://schemas.openxmlformats.org/officeDocument/2006/relationships/slide" Target="/ppt/slides/slide2.xml" Id="R2d11e65b2488486b" /><Relationship Type="http://schemas.openxmlformats.org/officeDocument/2006/relationships/slide" Target="/ppt/slides/slide3.xml" Id="R4e5fd613cbcd41e9" /><Relationship Type="http://schemas.openxmlformats.org/officeDocument/2006/relationships/slide" Target="/ppt/slides/slide4.xml" Id="R36ab84b4b92f4488" /><Relationship Type="http://schemas.openxmlformats.org/officeDocument/2006/relationships/slide" Target="/ppt/slides/slide5.xml" Id="R766e9a12cca34a19" /><Relationship Type="http://schemas.openxmlformats.org/officeDocument/2006/relationships/slide" Target="/ppt/slides/slide6.xml" Id="Rfb956b5be99e41c6" /><Relationship Type="http://schemas.openxmlformats.org/officeDocument/2006/relationships/slide" Target="/ppt/slides/slide7.xml" Id="Rf28aa025c734413a" /><Relationship Type="http://schemas.openxmlformats.org/officeDocument/2006/relationships/slide" Target="/ppt/slides/slide8.xml" Id="R464c442d494945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6441080fac42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ce4d5f52ed4e16" /><Relationship Type="http://schemas.openxmlformats.org/officeDocument/2006/relationships/notesMaster" Target="/ppt/notesMasters/notesMaster1.xml" Id="Rbe355da0b88a45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8a5fb8531f4327" /><Relationship Type="http://schemas.openxmlformats.org/officeDocument/2006/relationships/notesMaster" Target="/ppt/notesMasters/notesMaster1.xml" Id="R672c96c4acf644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6b01677ddf4abc" /><Relationship Type="http://schemas.openxmlformats.org/officeDocument/2006/relationships/notesMaster" Target="/ppt/notesMasters/notesMaster1.xml" Id="R8ccf1c86970147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9cce50399b488c" /><Relationship Type="http://schemas.openxmlformats.org/officeDocument/2006/relationships/notesMaster" Target="/ppt/notesMasters/notesMaster1.xml" Id="Rfbedef5107904b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f4aa6d19274f56" /><Relationship Type="http://schemas.openxmlformats.org/officeDocument/2006/relationships/notesMaster" Target="/ppt/notesMasters/notesMaster1.xml" Id="R07e50bcbd30c48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653b60fc814b98" /><Relationship Type="http://schemas.openxmlformats.org/officeDocument/2006/relationships/notesMaster" Target="/ppt/notesMasters/notesMaster1.xml" Id="R4eade03d1ee24e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69311938fc4cd7" /><Relationship Type="http://schemas.openxmlformats.org/officeDocument/2006/relationships/notesMaster" Target="/ppt/notesMasters/notesMaster1.xml" Id="R2d3e7e759fc94e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fc612814f9408f" /><Relationship Type="http://schemas.openxmlformats.org/officeDocument/2006/relationships/notesMaster" Target="/ppt/notesMasters/notesMaster1.xml" Id="Re2699b4ba70a4c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c3f80df7c64f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7637feaad447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b04d5f3d8d49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7abc823d5449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a2b39e009b41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d5550336b749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668837-5744-410C-B3E5-9DA9BD3842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E5468B-123C-4BFC-AB99-64DA908C93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243E3D8-A7C9-4706-9F22-9355EDB50F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292B3A-6F0F-4068-BB14-D2D1E5ACCA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C611FA9-7525-46CF-87DD-BBA516CE3D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2EB8A0-4227-4657-AB5D-1F57BB9BF5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6653D3-F267-434A-99A7-4804074572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41F321-F8CD-48E6-9DF4-E6F2498F1FF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DC2F95-4EFD-4F46-AF60-E51CE16FC3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731A96-1436-4B27-92F5-9C6B2F28F3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597bebb80c44e6" /><Relationship Type="http://schemas.openxmlformats.org/officeDocument/2006/relationships/slideLayout" Target="/ppt/slideLayouts/slideLayout1.xml" Id="R49256f7286014f10" /><Relationship Type="http://schemas.openxmlformats.org/officeDocument/2006/relationships/slideLayout" Target="/ppt/slideLayouts/slideLayout2.xml" Id="Rf0cc2043116e4332" /><Relationship Type="http://schemas.openxmlformats.org/officeDocument/2006/relationships/slideLayout" Target="/ppt/slideLayouts/slideLayout3.xml" Id="Rc1e8403c33924220" /><Relationship Type="http://schemas.openxmlformats.org/officeDocument/2006/relationships/slideLayout" Target="/ppt/slideLayouts/slideLayout4.xml" Id="R7bf1e1e8ab26409a" /><Relationship Type="http://schemas.openxmlformats.org/officeDocument/2006/relationships/slideLayout" Target="/ppt/slideLayouts/slideLayout5.xml" Id="Rddfa733779284417" /><Relationship Type="http://schemas.openxmlformats.org/officeDocument/2006/relationships/slideLayout" Target="/ppt/slideLayouts/slideLayout6.xml" Id="Ra08083dd6eb54c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256f7286014f10"/>
    <p:sldLayoutId xmlns:r="http://schemas.openxmlformats.org/officeDocument/2006/relationships" id="2147483650" r:id="Rf0cc2043116e4332"/>
    <p:sldLayoutId xmlns:r="http://schemas.openxmlformats.org/officeDocument/2006/relationships" id="2147483651" r:id="Rc1e8403c33924220"/>
    <p:sldLayoutId xmlns:r="http://schemas.openxmlformats.org/officeDocument/2006/relationships" id="2147483652" r:id="R7bf1e1e8ab26409a"/>
    <p:sldLayoutId xmlns:r="http://schemas.openxmlformats.org/officeDocument/2006/relationships" id="2147483653" r:id="Rddfa733779284417"/>
    <p:sldLayoutId xmlns:r="http://schemas.openxmlformats.org/officeDocument/2006/relationships" id="2147483654" r:id="Ra08083dd6eb54c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1d4f47cc0549e2" /><Relationship Type="http://schemas.openxmlformats.org/officeDocument/2006/relationships/notesSlide" Target="/ppt/notesSlides/notesSlide1.xml" Id="R1eaaed9c745c45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252d585ca74b95" /><Relationship Type="http://schemas.openxmlformats.org/officeDocument/2006/relationships/notesSlide" Target="/ppt/notesSlides/notesSlide2.xml" Id="R3f5d4ac7b2d347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a64e4f7ae94235" /><Relationship Type="http://schemas.openxmlformats.org/officeDocument/2006/relationships/notesSlide" Target="/ppt/notesSlides/notesSlide3.xml" Id="R643680c5913a45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6cdb8e44df4eb9" /><Relationship Type="http://schemas.openxmlformats.org/officeDocument/2006/relationships/notesSlide" Target="/ppt/notesSlides/notesSlide4.xml" Id="R72b7effd111c4e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8ae43521054e97" /><Relationship Type="http://schemas.openxmlformats.org/officeDocument/2006/relationships/notesSlide" Target="/ppt/notesSlides/notesSlide5.xml" Id="R6062ba657d2d4f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af356eb81a4994" /><Relationship Type="http://schemas.openxmlformats.org/officeDocument/2006/relationships/notesSlide" Target="/ppt/notesSlides/notesSlide6.xml" Id="R5e6ff486e57a47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068a3fffce4386" /><Relationship Type="http://schemas.openxmlformats.org/officeDocument/2006/relationships/notesSlide" Target="/ppt/notesSlides/notesSlide7.xml" Id="R8ce2425cad104b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67f4489500409c" /><Relationship Type="http://schemas.openxmlformats.org/officeDocument/2006/relationships/notesSlide" Target="/ppt/notesSlides/notesSlide8.xml" Id="R2694729b5c684518" /></Relationships>
</file>

<file path=ppt/slides/slide1.xml><?xml version="1.0" encoding="utf-8"?>
<p:sld xmlns:p="http://schemas.openxmlformats.org/presentationml/2006/main">
  <p:cSld>
    <p:bg>
      <p:bgPr>
        <a:solidFill xmlns:a="http://schemas.openxmlformats.org/drawingml/2006/main">
          <a:srgbClr val="18382F"/>
        </a:solidFill>
      </p:bgPr>
    </p:bg>
    <p:spTree>
      <p:nvGrpSpPr>
        <p:cNvPr id="1" name=""/>
        <p:cNvGrpSpPr/>
        <p:nvPr/>
      </p:nvGrpSpPr>
      <p:grpSpPr>
        <a:xfrm xmlns:a="http://schemas.openxmlformats.org/drawingml/2006/main"/>
      </p:grpSpPr>
      <p:sp>
        <p:nvSpPr>
          <p:cNvPr id="7" name="cover-accent">
            <a:extLst xmlns:a="http://schemas.openxmlformats.org/drawingml/2006/main">
              <a:ext uri="{FF2B5EF4-FFF2-40B4-BE49-F238E27FC236}">
                <a16:creationId xmlns:a16="http://schemas.microsoft.com/office/drawing/2014/main" id="{56CB94FD-1749-4393-8187-8194DC5127EF}"/>
              </a:ext>
            </a:extLst>
          </p:cNvPr>
          <p:cNvSpPr>
            <a:spLocks xmlns:a="http://schemas.openxmlformats.org/drawingml/2006/main" noGrp="1"/>
          </p:cNvSpPr>
          <p:nvPr/>
        </p:nvSpPr>
        <p:spPr>
          <a:xfrm xmlns:a="http://schemas.openxmlformats.org/drawingml/2006/main">
            <a:off x="876300" y="1123950"/>
            <a:ext cx="57150" cy="4076700"/>
          </a:xfrm>
          <a:prstGeom xmlns:a="http://schemas.openxmlformats.org/drawingml/2006/main" prst="rect">
            <a:avLst/>
          </a:prstGeom>
          <a:solidFill xmlns:a="http://schemas.openxmlformats.org/drawingml/2006/main">
            <a:srgbClr val="D8844F"/>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11599887-3716-48B3-BBE1-D3973E48B83B}"/>
              </a:ext>
            </a:extLst>
          </p:cNvPr>
          <p:cNvSpPr>
            <a:spLocks xmlns:a="http://schemas.openxmlformats.org/drawingml/2006/main" noGrp="1"/>
          </p:cNvSpPr>
          <p:nvPr/>
        </p:nvSpPr>
        <p:spPr>
          <a:xfrm xmlns:a="http://schemas.openxmlformats.org/drawingml/2006/main">
            <a:off x="1200150" y="11430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1B184"/>
                </a:solidFill>
                <a:latin typeface="Arial"/>
                <a:ea typeface="Arial"/>
                <a:cs typeface="Arial"/>
              </a:defRPr>
            </a:defPPr>
            <a:lvl1pPr>
              <a:defRPr sz="1200" b="1">
                <a:solidFill>
                  <a:srgbClr val="F1B184"/>
                </a:solidFill>
                <a:latin typeface="Arial"/>
                <a:ea typeface="Arial"/>
                <a:cs typeface="Arial"/>
              </a:defRPr>
            </a:lvl1pPr>
            <a:lvl2pPr>
              <a:defRPr sz="1200" b="1">
                <a:solidFill>
                  <a:srgbClr val="F1B184"/>
                </a:solidFill>
                <a:latin typeface="Arial"/>
                <a:ea typeface="Arial"/>
                <a:cs typeface="Arial"/>
              </a:defRPr>
            </a:lvl2pPr>
            <a:lvl3pPr>
              <a:defRPr sz="1200" b="1">
                <a:solidFill>
                  <a:srgbClr val="F1B184"/>
                </a:solidFill>
                <a:latin typeface="Arial"/>
                <a:ea typeface="Arial"/>
                <a:cs typeface="Arial"/>
              </a:defRPr>
            </a:lvl3pPr>
            <a:lvl4pPr>
              <a:defRPr sz="1200" b="1">
                <a:solidFill>
                  <a:srgbClr val="F1B184"/>
                </a:solidFill>
                <a:latin typeface="Arial"/>
                <a:ea typeface="Arial"/>
                <a:cs typeface="Arial"/>
              </a:defRPr>
            </a:lvl4pPr>
            <a:lvl5pPr>
              <a:defRPr sz="1200" b="1">
                <a:solidFill>
                  <a:srgbClr val="F1B184"/>
                </a:solidFill>
                <a:latin typeface="Arial"/>
                <a:ea typeface="Arial"/>
                <a:cs typeface="Arial"/>
              </a:defRPr>
            </a:lvl5pPr>
            <a:lvl6pPr>
              <a:defRPr sz="1200" b="1">
                <a:solidFill>
                  <a:srgbClr val="F1B184"/>
                </a:solidFill>
                <a:latin typeface="Arial"/>
                <a:ea typeface="Arial"/>
                <a:cs typeface="Arial"/>
              </a:defRPr>
            </a:lvl6pPr>
            <a:lvl7pPr>
              <a:defRPr sz="1200" b="1">
                <a:solidFill>
                  <a:srgbClr val="F1B184"/>
                </a:solidFill>
                <a:latin typeface="Arial"/>
                <a:ea typeface="Arial"/>
                <a:cs typeface="Arial"/>
              </a:defRPr>
            </a:lvl7pPr>
            <a:lvl8pPr>
              <a:defRPr sz="1200" b="1">
                <a:solidFill>
                  <a:srgbClr val="F1B184"/>
                </a:solidFill>
                <a:latin typeface="Arial"/>
                <a:ea typeface="Arial"/>
                <a:cs typeface="Arial"/>
              </a:defRPr>
            </a:lvl8pPr>
            <a:lvl9pPr>
              <a:defRPr sz="1200" b="1">
                <a:solidFill>
                  <a:srgbClr val="F1B184"/>
                </a:solidFill>
                <a:latin typeface="Arial"/>
                <a:ea typeface="Arial"/>
                <a:cs typeface="Arial"/>
              </a:defRPr>
            </a:lvl9pPr>
          </a:lstStyle>
          <a:p xmlns:a="http://schemas.openxmlformats.org/drawingml/2006/main">
            <a:pPr>
              <a:defRPr sz="1200" b="1">
                <a:solidFill>
                  <a:srgbClr val="F1B184"/>
                </a:solidFill>
                <a:latin typeface="Arial"/>
                <a:ea typeface="Arial"/>
                <a:cs typeface="Arial"/>
              </a:defRPr>
            </a:pPr>
            <a:r>
              <a:rPr sz="1200" b="1">
                <a:solidFill>
                  <a:srgbClr val="F1B184"/>
                </a:solidFill>
                <a:latin typeface="Arial"/>
                <a:ea typeface="Arial"/>
                <a:cs typeface="Arial"/>
              </a:rPr>
              <a:t>PROJECT OVERVIEW</a:t>
            </a:r>
          </a:p>
        </p:txBody>
      </p:sp>
      <p:sp>
        <p:nvSpPr>
          <p:cNvPr id="3" name="cover-title">
            <a:extLst xmlns:a="http://schemas.openxmlformats.org/drawingml/2006/main">
              <a:ext uri="{FF2B5EF4-FFF2-40B4-BE49-F238E27FC236}">
                <a16:creationId xmlns:a16="http://schemas.microsoft.com/office/drawing/2014/main" id="{19ECB4C6-1EC6-4B9F-B65C-644D27DE04F4}"/>
              </a:ext>
            </a:extLst>
          </p:cNvPr>
          <p:cNvSpPr>
            <a:spLocks xmlns:a="http://schemas.openxmlformats.org/drawingml/2006/main" noGrp="1"/>
          </p:cNvSpPr>
          <p:nvPr/>
        </p:nvSpPr>
        <p:spPr>
          <a:xfrm xmlns:a="http://schemas.openxmlformats.org/drawingml/2006/main">
            <a:off x="1143000" y="1847850"/>
            <a:ext cx="857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300" b="1">
                <a:solidFill>
                  <a:srgbClr val="FFFFFF"/>
                </a:solidFill>
                <a:latin typeface="Arial"/>
                <a:ea typeface="Arial"/>
                <a:cs typeface="Arial"/>
              </a:defRPr>
            </a:defPPr>
            <a:lvl1pPr>
              <a:defRPr sz="6300" b="1">
                <a:solidFill>
                  <a:srgbClr val="FFFFFF"/>
                </a:solidFill>
                <a:latin typeface="Arial"/>
                <a:ea typeface="Arial"/>
                <a:cs typeface="Arial"/>
              </a:defRPr>
            </a:lvl1pPr>
            <a:lvl2pPr>
              <a:defRPr sz="6300" b="1">
                <a:solidFill>
                  <a:srgbClr val="FFFFFF"/>
                </a:solidFill>
                <a:latin typeface="Arial"/>
                <a:ea typeface="Arial"/>
                <a:cs typeface="Arial"/>
              </a:defRPr>
            </a:lvl2pPr>
            <a:lvl3pPr>
              <a:defRPr sz="6300" b="1">
                <a:solidFill>
                  <a:srgbClr val="FFFFFF"/>
                </a:solidFill>
                <a:latin typeface="Arial"/>
                <a:ea typeface="Arial"/>
                <a:cs typeface="Arial"/>
              </a:defRPr>
            </a:lvl3pPr>
            <a:lvl4pPr>
              <a:defRPr sz="6300" b="1">
                <a:solidFill>
                  <a:srgbClr val="FFFFFF"/>
                </a:solidFill>
                <a:latin typeface="Arial"/>
                <a:ea typeface="Arial"/>
                <a:cs typeface="Arial"/>
              </a:defRPr>
            </a:lvl4pPr>
            <a:lvl5pPr>
              <a:defRPr sz="6300" b="1">
                <a:solidFill>
                  <a:srgbClr val="FFFFFF"/>
                </a:solidFill>
                <a:latin typeface="Arial"/>
                <a:ea typeface="Arial"/>
                <a:cs typeface="Arial"/>
              </a:defRPr>
            </a:lvl5pPr>
            <a:lvl6pPr>
              <a:defRPr sz="6300" b="1">
                <a:solidFill>
                  <a:srgbClr val="FFFFFF"/>
                </a:solidFill>
                <a:latin typeface="Arial"/>
                <a:ea typeface="Arial"/>
                <a:cs typeface="Arial"/>
              </a:defRPr>
            </a:lvl6pPr>
            <a:lvl7pPr>
              <a:defRPr sz="6300" b="1">
                <a:solidFill>
                  <a:srgbClr val="FFFFFF"/>
                </a:solidFill>
                <a:latin typeface="Arial"/>
                <a:ea typeface="Arial"/>
                <a:cs typeface="Arial"/>
              </a:defRPr>
            </a:lvl7pPr>
            <a:lvl8pPr>
              <a:defRPr sz="6300" b="1">
                <a:solidFill>
                  <a:srgbClr val="FFFFFF"/>
                </a:solidFill>
                <a:latin typeface="Arial"/>
                <a:ea typeface="Arial"/>
                <a:cs typeface="Arial"/>
              </a:defRPr>
            </a:lvl8pPr>
            <a:lvl9pPr>
              <a:defRPr sz="6300" b="1">
                <a:solidFill>
                  <a:srgbClr val="FFFFFF"/>
                </a:solidFill>
                <a:latin typeface="Arial"/>
                <a:ea typeface="Arial"/>
                <a:cs typeface="Arial"/>
              </a:defRPr>
            </a:lvl9pPr>
          </a:lstStyle>
          <a:p xmlns:a="http://schemas.openxmlformats.org/drawingml/2006/main">
            <a:pPr>
              <a:defRPr sz="6300" b="1">
                <a:solidFill>
                  <a:srgbClr val="FFFFFF"/>
                </a:solidFill>
                <a:latin typeface="Arial"/>
                <a:ea typeface="Arial"/>
                <a:cs typeface="Arial"/>
              </a:defRPr>
            </a:pPr>
            <a:r>
              <a:rPr sz="6300" b="1">
                <a:solidFill>
                  <a:srgbClr val="FFFFFF"/>
                </a:solidFill>
                <a:latin typeface="Arial"/>
                <a:ea typeface="Arial"/>
                <a:cs typeface="Arial"/>
              </a:rPr>
              <a:t>Patchwork</a:t>
            </a:r>
          </a:p>
        </p:txBody>
      </p:sp>
      <p:sp>
        <p:nvSpPr>
          <p:cNvPr id="4" name="cover-motto">
            <a:extLst xmlns:a="http://schemas.openxmlformats.org/drawingml/2006/main">
              <a:ext uri="{FF2B5EF4-FFF2-40B4-BE49-F238E27FC236}">
                <a16:creationId xmlns:a16="http://schemas.microsoft.com/office/drawing/2014/main" id="{F1AF1790-7842-46F9-8538-001E9B9C8C5A}"/>
              </a:ext>
            </a:extLst>
          </p:cNvPr>
          <p:cNvSpPr>
            <a:spLocks xmlns:a="http://schemas.openxmlformats.org/drawingml/2006/main" noGrp="1"/>
          </p:cNvSpPr>
          <p:nvPr/>
        </p:nvSpPr>
        <p:spPr>
          <a:xfrm xmlns:a="http://schemas.openxmlformats.org/drawingml/2006/main">
            <a:off x="1200150" y="3067050"/>
            <a:ext cx="8096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DCEBDD"/>
                </a:solidFill>
                <a:latin typeface="Arial"/>
                <a:ea typeface="Arial"/>
                <a:cs typeface="Arial"/>
              </a:defRPr>
            </a:defPPr>
            <a:lvl1pPr>
              <a:defRPr sz="3150" b="1">
                <a:solidFill>
                  <a:srgbClr val="DCEBDD"/>
                </a:solidFill>
                <a:latin typeface="Arial"/>
                <a:ea typeface="Arial"/>
                <a:cs typeface="Arial"/>
              </a:defRPr>
            </a:lvl1pPr>
            <a:lvl2pPr>
              <a:defRPr sz="3150" b="1">
                <a:solidFill>
                  <a:srgbClr val="DCEBDD"/>
                </a:solidFill>
                <a:latin typeface="Arial"/>
                <a:ea typeface="Arial"/>
                <a:cs typeface="Arial"/>
              </a:defRPr>
            </a:lvl2pPr>
            <a:lvl3pPr>
              <a:defRPr sz="3150" b="1">
                <a:solidFill>
                  <a:srgbClr val="DCEBDD"/>
                </a:solidFill>
                <a:latin typeface="Arial"/>
                <a:ea typeface="Arial"/>
                <a:cs typeface="Arial"/>
              </a:defRPr>
            </a:lvl3pPr>
            <a:lvl4pPr>
              <a:defRPr sz="3150" b="1">
                <a:solidFill>
                  <a:srgbClr val="DCEBDD"/>
                </a:solidFill>
                <a:latin typeface="Arial"/>
                <a:ea typeface="Arial"/>
                <a:cs typeface="Arial"/>
              </a:defRPr>
            </a:lvl4pPr>
            <a:lvl5pPr>
              <a:defRPr sz="3150" b="1">
                <a:solidFill>
                  <a:srgbClr val="DCEBDD"/>
                </a:solidFill>
                <a:latin typeface="Arial"/>
                <a:ea typeface="Arial"/>
                <a:cs typeface="Arial"/>
              </a:defRPr>
            </a:lvl5pPr>
            <a:lvl6pPr>
              <a:defRPr sz="3150" b="1">
                <a:solidFill>
                  <a:srgbClr val="DCEBDD"/>
                </a:solidFill>
                <a:latin typeface="Arial"/>
                <a:ea typeface="Arial"/>
                <a:cs typeface="Arial"/>
              </a:defRPr>
            </a:lvl6pPr>
            <a:lvl7pPr>
              <a:defRPr sz="3150" b="1">
                <a:solidFill>
                  <a:srgbClr val="DCEBDD"/>
                </a:solidFill>
                <a:latin typeface="Arial"/>
                <a:ea typeface="Arial"/>
                <a:cs typeface="Arial"/>
              </a:defRPr>
            </a:lvl7pPr>
            <a:lvl8pPr>
              <a:defRPr sz="3150" b="1">
                <a:solidFill>
                  <a:srgbClr val="DCEBDD"/>
                </a:solidFill>
                <a:latin typeface="Arial"/>
                <a:ea typeface="Arial"/>
                <a:cs typeface="Arial"/>
              </a:defRPr>
            </a:lvl8pPr>
            <a:lvl9pPr>
              <a:defRPr sz="3150" b="1">
                <a:solidFill>
                  <a:srgbClr val="DCEBDD"/>
                </a:solidFill>
                <a:latin typeface="Arial"/>
                <a:ea typeface="Arial"/>
                <a:cs typeface="Arial"/>
              </a:defRPr>
            </a:lvl9pPr>
          </a:lstStyle>
          <a:p xmlns:a="http://schemas.openxmlformats.org/drawingml/2006/main">
            <a:pPr>
              <a:defRPr sz="3150" b="1">
                <a:solidFill>
                  <a:srgbClr val="DCEBDD"/>
                </a:solidFill>
                <a:latin typeface="Arial"/>
                <a:ea typeface="Arial"/>
                <a:cs typeface="Arial"/>
              </a:defRPr>
            </a:pPr>
            <a:r>
              <a:rPr sz="3150" b="1">
                <a:solidFill>
                  <a:srgbClr val="DCEBDD"/>
                </a:solidFill>
                <a:latin typeface="Arial"/>
                <a:ea typeface="Arial"/>
                <a:cs typeface="Arial"/>
              </a:rPr>
              <a:t>Find an issue that fits</a:t>
            </a:r>
          </a:p>
          <a:p xmlns:a="http://schemas.openxmlformats.org/drawingml/2006/main">
            <a:pPr>
              <a:defRPr sz="3150" b="1">
                <a:solidFill>
                  <a:srgbClr val="DCEBDD"/>
                </a:solidFill>
                <a:latin typeface="Arial"/>
                <a:ea typeface="Arial"/>
                <a:cs typeface="Arial"/>
              </a:defRPr>
            </a:pPr>
            <a:r>
              <a:rPr sz="3150" b="1">
                <a:solidFill>
                  <a:srgbClr val="DCEBDD"/>
                </a:solidFill>
                <a:latin typeface="Arial"/>
                <a:ea typeface="Arial"/>
                <a:cs typeface="Arial"/>
              </a:rPr>
              <a:t>what you know.</a:t>
            </a:r>
          </a:p>
        </p:txBody>
      </p:sp>
      <p:sp>
        <p:nvSpPr>
          <p:cNvPr id="5" name="cover-description">
            <a:extLst xmlns:a="http://schemas.openxmlformats.org/drawingml/2006/main">
              <a:ext uri="{FF2B5EF4-FFF2-40B4-BE49-F238E27FC236}">
                <a16:creationId xmlns:a16="http://schemas.microsoft.com/office/drawing/2014/main" id="{B6497C86-1927-47E7-8CBD-28774A600B7B}"/>
              </a:ext>
            </a:extLst>
          </p:cNvPr>
          <p:cNvSpPr>
            <a:spLocks xmlns:a="http://schemas.openxmlformats.org/drawingml/2006/main" noGrp="1"/>
          </p:cNvSpPr>
          <p:nvPr/>
        </p:nvSpPr>
        <p:spPr>
          <a:xfrm xmlns:a="http://schemas.openxmlformats.org/drawingml/2006/main">
            <a:off x="1219200" y="4800600"/>
            <a:ext cx="781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 contribution finder for students and first-time contributors.</a:t>
            </a:r>
          </a:p>
        </p:txBody>
      </p:sp>
      <p:sp>
        <p:nvSpPr>
          <p:cNvPr id="6" name="slide-number-1">
            <a:extLst xmlns:a="http://schemas.openxmlformats.org/drawingml/2006/main">
              <a:ext uri="{FF2B5EF4-FFF2-40B4-BE49-F238E27FC236}">
                <a16:creationId xmlns:a16="http://schemas.microsoft.com/office/drawing/2014/main" id="{721D1D51-11D2-47CB-9720-3083252D867E}"/>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D4E2D7"/>
                </a:solidFill>
                <a:latin typeface="Arial"/>
                <a:ea typeface="Arial"/>
                <a:cs typeface="Arial"/>
              </a:defRPr>
            </a:defPPr>
            <a:lvl1pPr>
              <a:defRPr sz="1050" b="1">
                <a:solidFill>
                  <a:srgbClr val="D4E2D7"/>
                </a:solidFill>
                <a:latin typeface="Arial"/>
                <a:ea typeface="Arial"/>
                <a:cs typeface="Arial"/>
              </a:defRPr>
            </a:lvl1pPr>
            <a:lvl2pPr>
              <a:defRPr sz="1050" b="1">
                <a:solidFill>
                  <a:srgbClr val="D4E2D7"/>
                </a:solidFill>
                <a:latin typeface="Arial"/>
                <a:ea typeface="Arial"/>
                <a:cs typeface="Arial"/>
              </a:defRPr>
            </a:lvl2pPr>
            <a:lvl3pPr>
              <a:defRPr sz="1050" b="1">
                <a:solidFill>
                  <a:srgbClr val="D4E2D7"/>
                </a:solidFill>
                <a:latin typeface="Arial"/>
                <a:ea typeface="Arial"/>
                <a:cs typeface="Arial"/>
              </a:defRPr>
            </a:lvl3pPr>
            <a:lvl4pPr>
              <a:defRPr sz="1050" b="1">
                <a:solidFill>
                  <a:srgbClr val="D4E2D7"/>
                </a:solidFill>
                <a:latin typeface="Arial"/>
                <a:ea typeface="Arial"/>
                <a:cs typeface="Arial"/>
              </a:defRPr>
            </a:lvl4pPr>
            <a:lvl5pPr>
              <a:defRPr sz="1050" b="1">
                <a:solidFill>
                  <a:srgbClr val="D4E2D7"/>
                </a:solidFill>
                <a:latin typeface="Arial"/>
                <a:ea typeface="Arial"/>
                <a:cs typeface="Arial"/>
              </a:defRPr>
            </a:lvl5pPr>
            <a:lvl6pPr>
              <a:defRPr sz="1050" b="1">
                <a:solidFill>
                  <a:srgbClr val="D4E2D7"/>
                </a:solidFill>
                <a:latin typeface="Arial"/>
                <a:ea typeface="Arial"/>
                <a:cs typeface="Arial"/>
              </a:defRPr>
            </a:lvl6pPr>
            <a:lvl7pPr>
              <a:defRPr sz="1050" b="1">
                <a:solidFill>
                  <a:srgbClr val="D4E2D7"/>
                </a:solidFill>
                <a:latin typeface="Arial"/>
                <a:ea typeface="Arial"/>
                <a:cs typeface="Arial"/>
              </a:defRPr>
            </a:lvl7pPr>
            <a:lvl8pPr>
              <a:defRPr sz="1050" b="1">
                <a:solidFill>
                  <a:srgbClr val="D4E2D7"/>
                </a:solidFill>
                <a:latin typeface="Arial"/>
                <a:ea typeface="Arial"/>
                <a:cs typeface="Arial"/>
              </a:defRPr>
            </a:lvl8pPr>
            <a:lvl9pPr>
              <a:defRPr sz="1050" b="1">
                <a:solidFill>
                  <a:srgbClr val="D4E2D7"/>
                </a:solidFill>
                <a:latin typeface="Arial"/>
                <a:ea typeface="Arial"/>
                <a:cs typeface="Arial"/>
              </a:defRPr>
            </a:lvl9pPr>
          </a:lstStyle>
          <a:p xmlns:a="http://schemas.openxmlformats.org/drawingml/2006/main">
            <a:pPr>
              <a:defRPr sz="1050" b="1">
                <a:solidFill>
                  <a:srgbClr val="D4E2D7"/>
                </a:solidFill>
                <a:latin typeface="Arial"/>
                <a:ea typeface="Arial"/>
                <a:cs typeface="Arial"/>
              </a:defRPr>
            </a:pPr>
            <a:r>
              <a:rPr sz="1050" b="1">
                <a:solidFill>
                  <a:srgbClr val="D4E2D7"/>
                </a:solidFill>
                <a:latin typeface="Arial"/>
                <a:ea typeface="Arial"/>
                <a:cs typeface="Arial"/>
              </a:rPr>
              <a:t>01 / 08</a:t>
            </a:r>
          </a:p>
        </p:txBody>
      </p:sp>
    </p:spTree>
    <p:extLst>
      <p:ext uri="{BB962C8B-B14F-4D97-AF65-F5344CB8AC3E}">
        <p14:creationId xmlns:p14="http://schemas.microsoft.com/office/powerpoint/2010/main" val="837494770"/>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5" name="problem-title">
            <a:extLst xmlns:a="http://schemas.openxmlformats.org/drawingml/2006/main">
              <a:ext uri="{FF2B5EF4-FFF2-40B4-BE49-F238E27FC236}">
                <a16:creationId xmlns:a16="http://schemas.microsoft.com/office/drawing/2014/main" id="{1B57C3E3-6466-4F56-A29F-04630487E27E}"/>
              </a:ext>
            </a:extLst>
          </p:cNvPr>
          <p:cNvSpPr>
            <a:spLocks xmlns:a="http://schemas.openxmlformats.org/drawingml/2006/main" noGrp="1"/>
          </p:cNvSpPr>
          <p:nvPr/>
        </p:nvSpPr>
        <p:spPr>
          <a:xfrm xmlns:a="http://schemas.openxmlformats.org/drawingml/2006/main">
            <a:off x="800100" y="590550"/>
            <a:ext cx="1028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00" b="1">
                <a:solidFill>
                  <a:srgbClr val="20332B"/>
                </a:solidFill>
                <a:latin typeface="Arial"/>
                <a:ea typeface="Arial"/>
                <a:cs typeface="Arial"/>
              </a:defRPr>
            </a:defPPr>
            <a:lvl1pPr>
              <a:defRPr sz="4200" b="1">
                <a:solidFill>
                  <a:srgbClr val="20332B"/>
                </a:solidFill>
                <a:latin typeface="Arial"/>
                <a:ea typeface="Arial"/>
                <a:cs typeface="Arial"/>
              </a:defRPr>
            </a:lvl1pPr>
            <a:lvl2pPr>
              <a:defRPr sz="4200" b="1">
                <a:solidFill>
                  <a:srgbClr val="20332B"/>
                </a:solidFill>
                <a:latin typeface="Arial"/>
                <a:ea typeface="Arial"/>
                <a:cs typeface="Arial"/>
              </a:defRPr>
            </a:lvl2pPr>
            <a:lvl3pPr>
              <a:defRPr sz="4200" b="1">
                <a:solidFill>
                  <a:srgbClr val="20332B"/>
                </a:solidFill>
                <a:latin typeface="Arial"/>
                <a:ea typeface="Arial"/>
                <a:cs typeface="Arial"/>
              </a:defRPr>
            </a:lvl3pPr>
            <a:lvl4pPr>
              <a:defRPr sz="4200" b="1">
                <a:solidFill>
                  <a:srgbClr val="20332B"/>
                </a:solidFill>
                <a:latin typeface="Arial"/>
                <a:ea typeface="Arial"/>
                <a:cs typeface="Arial"/>
              </a:defRPr>
            </a:lvl4pPr>
            <a:lvl5pPr>
              <a:defRPr sz="4200" b="1">
                <a:solidFill>
                  <a:srgbClr val="20332B"/>
                </a:solidFill>
                <a:latin typeface="Arial"/>
                <a:ea typeface="Arial"/>
                <a:cs typeface="Arial"/>
              </a:defRPr>
            </a:lvl5pPr>
            <a:lvl6pPr>
              <a:defRPr sz="4200" b="1">
                <a:solidFill>
                  <a:srgbClr val="20332B"/>
                </a:solidFill>
                <a:latin typeface="Arial"/>
                <a:ea typeface="Arial"/>
                <a:cs typeface="Arial"/>
              </a:defRPr>
            </a:lvl6pPr>
            <a:lvl7pPr>
              <a:defRPr sz="4200" b="1">
                <a:solidFill>
                  <a:srgbClr val="20332B"/>
                </a:solidFill>
                <a:latin typeface="Arial"/>
                <a:ea typeface="Arial"/>
                <a:cs typeface="Arial"/>
              </a:defRPr>
            </a:lvl7pPr>
            <a:lvl8pPr>
              <a:defRPr sz="4200" b="1">
                <a:solidFill>
                  <a:srgbClr val="20332B"/>
                </a:solidFill>
                <a:latin typeface="Arial"/>
                <a:ea typeface="Arial"/>
                <a:cs typeface="Arial"/>
              </a:defRPr>
            </a:lvl8pPr>
            <a:lvl9pPr>
              <a:defRPr sz="4200" b="1">
                <a:solidFill>
                  <a:srgbClr val="20332B"/>
                </a:solidFill>
                <a:latin typeface="Arial"/>
                <a:ea typeface="Arial"/>
                <a:cs typeface="Arial"/>
              </a:defRPr>
            </a:lvl9pPr>
          </a:lstStyle>
          <a:p xmlns:a="http://schemas.openxmlformats.org/drawingml/2006/main">
            <a:pPr>
              <a:defRPr sz="4200" b="1">
                <a:solidFill>
                  <a:srgbClr val="20332B"/>
                </a:solidFill>
                <a:latin typeface="Arial"/>
                <a:ea typeface="Arial"/>
                <a:cs typeface="Arial"/>
              </a:defRPr>
            </a:pPr>
            <a:r>
              <a:rPr sz="4200" b="1">
                <a:solidFill>
                  <a:srgbClr val="20332B"/>
                </a:solidFill>
                <a:latin typeface="Arial"/>
                <a:ea typeface="Arial"/>
                <a:cs typeface="Arial"/>
              </a:rPr>
              <a:t>Finding a first issue takes time</a:t>
            </a:r>
          </a:p>
        </p:txBody>
      </p:sp>
      <p:sp>
        <p:nvSpPr>
          <p:cNvPr id="2" name="problem-intro">
            <a:extLst xmlns:a="http://schemas.openxmlformats.org/drawingml/2006/main">
              <a:ext uri="{FF2B5EF4-FFF2-40B4-BE49-F238E27FC236}">
                <a16:creationId xmlns:a16="http://schemas.microsoft.com/office/drawing/2014/main" id="{D1EF5C98-6727-4A52-A9CF-52295A880FE3}"/>
              </a:ext>
            </a:extLst>
          </p:cNvPr>
          <p:cNvSpPr>
            <a:spLocks xmlns:a="http://schemas.openxmlformats.org/drawingml/2006/main" noGrp="1"/>
          </p:cNvSpPr>
          <p:nvPr/>
        </p:nvSpPr>
        <p:spPr>
          <a:xfrm xmlns:a="http://schemas.openxmlformats.org/drawingml/2006/main">
            <a:off x="838200" y="139065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65756B"/>
                </a:solidFill>
                <a:latin typeface="Arial"/>
                <a:ea typeface="Arial"/>
                <a:cs typeface="Arial"/>
              </a:defRPr>
            </a:defPPr>
            <a:lvl1pPr>
              <a:defRPr sz="1875" b="0">
                <a:solidFill>
                  <a:srgbClr val="65756B"/>
                </a:solidFill>
                <a:latin typeface="Arial"/>
                <a:ea typeface="Arial"/>
                <a:cs typeface="Arial"/>
              </a:defRPr>
            </a:lvl1pPr>
            <a:lvl2pPr>
              <a:defRPr sz="1875" b="0">
                <a:solidFill>
                  <a:srgbClr val="65756B"/>
                </a:solidFill>
                <a:latin typeface="Arial"/>
                <a:ea typeface="Arial"/>
                <a:cs typeface="Arial"/>
              </a:defRPr>
            </a:lvl2pPr>
            <a:lvl3pPr>
              <a:defRPr sz="1875" b="0">
                <a:solidFill>
                  <a:srgbClr val="65756B"/>
                </a:solidFill>
                <a:latin typeface="Arial"/>
                <a:ea typeface="Arial"/>
                <a:cs typeface="Arial"/>
              </a:defRPr>
            </a:lvl3pPr>
            <a:lvl4pPr>
              <a:defRPr sz="1875" b="0">
                <a:solidFill>
                  <a:srgbClr val="65756B"/>
                </a:solidFill>
                <a:latin typeface="Arial"/>
                <a:ea typeface="Arial"/>
                <a:cs typeface="Arial"/>
              </a:defRPr>
            </a:lvl4pPr>
            <a:lvl5pPr>
              <a:defRPr sz="1875" b="0">
                <a:solidFill>
                  <a:srgbClr val="65756B"/>
                </a:solidFill>
                <a:latin typeface="Arial"/>
                <a:ea typeface="Arial"/>
                <a:cs typeface="Arial"/>
              </a:defRPr>
            </a:lvl5pPr>
            <a:lvl6pPr>
              <a:defRPr sz="1875" b="0">
                <a:solidFill>
                  <a:srgbClr val="65756B"/>
                </a:solidFill>
                <a:latin typeface="Arial"/>
                <a:ea typeface="Arial"/>
                <a:cs typeface="Arial"/>
              </a:defRPr>
            </a:lvl6pPr>
            <a:lvl7pPr>
              <a:defRPr sz="1875" b="0">
                <a:solidFill>
                  <a:srgbClr val="65756B"/>
                </a:solidFill>
                <a:latin typeface="Arial"/>
                <a:ea typeface="Arial"/>
                <a:cs typeface="Arial"/>
              </a:defRPr>
            </a:lvl7pPr>
            <a:lvl8pPr>
              <a:defRPr sz="1875" b="0">
                <a:solidFill>
                  <a:srgbClr val="65756B"/>
                </a:solidFill>
                <a:latin typeface="Arial"/>
                <a:ea typeface="Arial"/>
                <a:cs typeface="Arial"/>
              </a:defRPr>
            </a:lvl8pPr>
            <a:lvl9pPr>
              <a:defRPr sz="1875" b="0">
                <a:solidFill>
                  <a:srgbClr val="65756B"/>
                </a:solidFill>
                <a:latin typeface="Arial"/>
                <a:ea typeface="Arial"/>
                <a:cs typeface="Arial"/>
              </a:defRPr>
            </a:lvl9pPr>
          </a:lstStyle>
          <a:p xmlns:a="http://schemas.openxmlformats.org/drawingml/2006/main">
            <a:pPr>
              <a:defRPr sz="1875" b="0">
                <a:solidFill>
                  <a:srgbClr val="65756B"/>
                </a:solidFill>
                <a:latin typeface="Arial"/>
                <a:ea typeface="Arial"/>
                <a:cs typeface="Arial"/>
              </a:defRPr>
            </a:pPr>
            <a:r>
              <a:rPr sz="1875" b="0">
                <a:solidFill>
                  <a:srgbClr val="65756B"/>
                </a:solidFill>
                <a:latin typeface="Arial"/>
                <a:ea typeface="Arial"/>
                <a:cs typeface="Arial"/>
              </a:rPr>
              <a:t>For a beginner, the hard part often comes before the code.</a:t>
            </a:r>
          </a:p>
        </p:txBody>
      </p:sp>
      <p:sp>
        <p:nvSpPr>
          <p:cNvPr id="3" name="problem-number-1">
            <a:extLst xmlns:a="http://schemas.openxmlformats.org/drawingml/2006/main">
              <a:ext uri="{FF2B5EF4-FFF2-40B4-BE49-F238E27FC236}">
                <a16:creationId xmlns:a16="http://schemas.microsoft.com/office/drawing/2014/main" id="{7FE2768B-3E2B-47A5-8041-FCCF914D8563}"/>
              </a:ext>
            </a:extLst>
          </p:cNvPr>
          <p:cNvSpPr>
            <a:spLocks xmlns:a="http://schemas.openxmlformats.org/drawingml/2006/main" noGrp="1"/>
          </p:cNvSpPr>
          <p:nvPr/>
        </p:nvSpPr>
        <p:spPr>
          <a:xfrm xmlns:a="http://schemas.openxmlformats.org/drawingml/2006/main">
            <a:off x="857250" y="20955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D8844F"/>
                </a:solidFill>
                <a:latin typeface="Arial"/>
                <a:ea typeface="Arial"/>
                <a:cs typeface="Arial"/>
              </a:defRPr>
            </a:defPPr>
            <a:lvl1pPr>
              <a:defRPr sz="1350" b="1">
                <a:solidFill>
                  <a:srgbClr val="D8844F"/>
                </a:solidFill>
                <a:latin typeface="Arial"/>
                <a:ea typeface="Arial"/>
                <a:cs typeface="Arial"/>
              </a:defRPr>
            </a:lvl1pPr>
            <a:lvl2pPr>
              <a:defRPr sz="1350" b="1">
                <a:solidFill>
                  <a:srgbClr val="D8844F"/>
                </a:solidFill>
                <a:latin typeface="Arial"/>
                <a:ea typeface="Arial"/>
                <a:cs typeface="Arial"/>
              </a:defRPr>
            </a:lvl2pPr>
            <a:lvl3pPr>
              <a:defRPr sz="1350" b="1">
                <a:solidFill>
                  <a:srgbClr val="D8844F"/>
                </a:solidFill>
                <a:latin typeface="Arial"/>
                <a:ea typeface="Arial"/>
                <a:cs typeface="Arial"/>
              </a:defRPr>
            </a:lvl3pPr>
            <a:lvl4pPr>
              <a:defRPr sz="1350" b="1">
                <a:solidFill>
                  <a:srgbClr val="D8844F"/>
                </a:solidFill>
                <a:latin typeface="Arial"/>
                <a:ea typeface="Arial"/>
                <a:cs typeface="Arial"/>
              </a:defRPr>
            </a:lvl4pPr>
            <a:lvl5pPr>
              <a:defRPr sz="1350" b="1">
                <a:solidFill>
                  <a:srgbClr val="D8844F"/>
                </a:solidFill>
                <a:latin typeface="Arial"/>
                <a:ea typeface="Arial"/>
                <a:cs typeface="Arial"/>
              </a:defRPr>
            </a:lvl5pPr>
            <a:lvl6pPr>
              <a:defRPr sz="1350" b="1">
                <a:solidFill>
                  <a:srgbClr val="D8844F"/>
                </a:solidFill>
                <a:latin typeface="Arial"/>
                <a:ea typeface="Arial"/>
                <a:cs typeface="Arial"/>
              </a:defRPr>
            </a:lvl6pPr>
            <a:lvl7pPr>
              <a:defRPr sz="1350" b="1">
                <a:solidFill>
                  <a:srgbClr val="D8844F"/>
                </a:solidFill>
                <a:latin typeface="Arial"/>
                <a:ea typeface="Arial"/>
                <a:cs typeface="Arial"/>
              </a:defRPr>
            </a:lvl7pPr>
            <a:lvl8pPr>
              <a:defRPr sz="1350" b="1">
                <a:solidFill>
                  <a:srgbClr val="D8844F"/>
                </a:solidFill>
                <a:latin typeface="Arial"/>
                <a:ea typeface="Arial"/>
                <a:cs typeface="Arial"/>
              </a:defRPr>
            </a:lvl8pPr>
            <a:lvl9pPr>
              <a:defRPr sz="1350" b="1">
                <a:solidFill>
                  <a:srgbClr val="D8844F"/>
                </a:solidFill>
                <a:latin typeface="Arial"/>
                <a:ea typeface="Arial"/>
                <a:cs typeface="Arial"/>
              </a:defRPr>
            </a:lvl9pPr>
          </a:lstStyle>
          <a:p xmlns:a="http://schemas.openxmlformats.org/drawingml/2006/main">
            <a:pPr>
              <a:defRPr sz="1350" b="1">
                <a:solidFill>
                  <a:srgbClr val="D8844F"/>
                </a:solidFill>
                <a:latin typeface="Arial"/>
                <a:ea typeface="Arial"/>
                <a:cs typeface="Arial"/>
              </a:defRPr>
            </a:pPr>
            <a:r>
              <a:rPr sz="1350" b="1">
                <a:solidFill>
                  <a:srgbClr val="D8844F"/>
                </a:solidFill>
                <a:latin typeface="Arial"/>
                <a:ea typeface="Arial"/>
                <a:cs typeface="Arial"/>
              </a:rPr>
              <a:t>01</a:t>
            </a:r>
          </a:p>
        </p:txBody>
      </p:sp>
      <p:sp>
        <p:nvSpPr>
          <p:cNvPr id="4" name="problem-heading-1">
            <a:extLst xmlns:a="http://schemas.openxmlformats.org/drawingml/2006/main">
              <a:ext uri="{FF2B5EF4-FFF2-40B4-BE49-F238E27FC236}">
                <a16:creationId xmlns:a16="http://schemas.microsoft.com/office/drawing/2014/main" id="{60BDAB3F-C7DE-4E19-BA66-EF3DA3ACE5AE}"/>
              </a:ext>
            </a:extLst>
          </p:cNvPr>
          <p:cNvSpPr>
            <a:spLocks xmlns:a="http://schemas.openxmlformats.org/drawingml/2006/main" noGrp="1"/>
          </p:cNvSpPr>
          <p:nvPr/>
        </p:nvSpPr>
        <p:spPr>
          <a:xfrm xmlns:a="http://schemas.openxmlformats.org/drawingml/2006/main">
            <a:off x="1466850" y="2057400"/>
            <a:ext cx="3676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0332B"/>
                </a:solidFill>
                <a:latin typeface="Arial"/>
                <a:ea typeface="Arial"/>
                <a:cs typeface="Arial"/>
              </a:defRPr>
            </a:defPPr>
            <a:lvl1pPr>
              <a:defRPr sz="2250" b="1">
                <a:solidFill>
                  <a:srgbClr val="20332B"/>
                </a:solidFill>
                <a:latin typeface="Arial"/>
                <a:ea typeface="Arial"/>
                <a:cs typeface="Arial"/>
              </a:defRPr>
            </a:lvl1pPr>
            <a:lvl2pPr>
              <a:defRPr sz="2250" b="1">
                <a:solidFill>
                  <a:srgbClr val="20332B"/>
                </a:solidFill>
                <a:latin typeface="Arial"/>
                <a:ea typeface="Arial"/>
                <a:cs typeface="Arial"/>
              </a:defRPr>
            </a:lvl2pPr>
            <a:lvl3pPr>
              <a:defRPr sz="2250" b="1">
                <a:solidFill>
                  <a:srgbClr val="20332B"/>
                </a:solidFill>
                <a:latin typeface="Arial"/>
                <a:ea typeface="Arial"/>
                <a:cs typeface="Arial"/>
              </a:defRPr>
            </a:lvl3pPr>
            <a:lvl4pPr>
              <a:defRPr sz="2250" b="1">
                <a:solidFill>
                  <a:srgbClr val="20332B"/>
                </a:solidFill>
                <a:latin typeface="Arial"/>
                <a:ea typeface="Arial"/>
                <a:cs typeface="Arial"/>
              </a:defRPr>
            </a:lvl4pPr>
            <a:lvl5pPr>
              <a:defRPr sz="2250" b="1">
                <a:solidFill>
                  <a:srgbClr val="20332B"/>
                </a:solidFill>
                <a:latin typeface="Arial"/>
                <a:ea typeface="Arial"/>
                <a:cs typeface="Arial"/>
              </a:defRPr>
            </a:lvl5pPr>
            <a:lvl6pPr>
              <a:defRPr sz="2250" b="1">
                <a:solidFill>
                  <a:srgbClr val="20332B"/>
                </a:solidFill>
                <a:latin typeface="Arial"/>
                <a:ea typeface="Arial"/>
                <a:cs typeface="Arial"/>
              </a:defRPr>
            </a:lvl6pPr>
            <a:lvl7pPr>
              <a:defRPr sz="2250" b="1">
                <a:solidFill>
                  <a:srgbClr val="20332B"/>
                </a:solidFill>
                <a:latin typeface="Arial"/>
                <a:ea typeface="Arial"/>
                <a:cs typeface="Arial"/>
              </a:defRPr>
            </a:lvl7pPr>
            <a:lvl8pPr>
              <a:defRPr sz="2250" b="1">
                <a:solidFill>
                  <a:srgbClr val="20332B"/>
                </a:solidFill>
                <a:latin typeface="Arial"/>
                <a:ea typeface="Arial"/>
                <a:cs typeface="Arial"/>
              </a:defRPr>
            </a:lvl8pPr>
            <a:lvl9pPr>
              <a:defRPr sz="2250" b="1">
                <a:solidFill>
                  <a:srgbClr val="20332B"/>
                </a:solidFill>
                <a:latin typeface="Arial"/>
                <a:ea typeface="Arial"/>
                <a:cs typeface="Arial"/>
              </a:defRPr>
            </a:lvl9pPr>
          </a:lstStyle>
          <a:p xmlns:a="http://schemas.openxmlformats.org/drawingml/2006/main">
            <a:pPr>
              <a:defRPr sz="2250" b="1">
                <a:solidFill>
                  <a:srgbClr val="20332B"/>
                </a:solidFill>
                <a:latin typeface="Arial"/>
                <a:ea typeface="Arial"/>
                <a:cs typeface="Arial"/>
              </a:defRPr>
            </a:pPr>
            <a:r>
              <a:rPr sz="2250" b="1">
                <a:solidFill>
                  <a:srgbClr val="20332B"/>
                </a:solidFill>
                <a:latin typeface="Arial"/>
                <a:ea typeface="Arial"/>
                <a:cs typeface="Arial"/>
              </a:rPr>
              <a:t>Too many choices</a:t>
            </a:r>
          </a:p>
        </p:txBody>
      </p:sp>
      <p:sp>
        <p:nvSpPr>
          <p:cNvPr id="5" name="problem-body-1">
            <a:extLst xmlns:a="http://schemas.openxmlformats.org/drawingml/2006/main">
              <a:ext uri="{FF2B5EF4-FFF2-40B4-BE49-F238E27FC236}">
                <a16:creationId xmlns:a16="http://schemas.microsoft.com/office/drawing/2014/main" id="{3E34981E-9AB4-4E5E-A286-8BBE695F9304}"/>
              </a:ext>
            </a:extLst>
          </p:cNvPr>
          <p:cNvSpPr>
            <a:spLocks xmlns:a="http://schemas.openxmlformats.org/drawingml/2006/main" noGrp="1"/>
          </p:cNvSpPr>
          <p:nvPr/>
        </p:nvSpPr>
        <p:spPr>
          <a:xfrm xmlns:a="http://schemas.openxmlformats.org/drawingml/2006/main">
            <a:off x="5619750" y="209550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5756B"/>
                </a:solidFill>
                <a:latin typeface="Arial"/>
                <a:ea typeface="Arial"/>
                <a:cs typeface="Arial"/>
              </a:defRPr>
            </a:defPPr>
            <a:lvl1pPr>
              <a:defRPr sz="1650" b="0">
                <a:solidFill>
                  <a:srgbClr val="65756B"/>
                </a:solidFill>
                <a:latin typeface="Arial"/>
                <a:ea typeface="Arial"/>
                <a:cs typeface="Arial"/>
              </a:defRPr>
            </a:lvl1pPr>
            <a:lvl2pPr>
              <a:defRPr sz="1650" b="0">
                <a:solidFill>
                  <a:srgbClr val="65756B"/>
                </a:solidFill>
                <a:latin typeface="Arial"/>
                <a:ea typeface="Arial"/>
                <a:cs typeface="Arial"/>
              </a:defRPr>
            </a:lvl2pPr>
            <a:lvl3pPr>
              <a:defRPr sz="1650" b="0">
                <a:solidFill>
                  <a:srgbClr val="65756B"/>
                </a:solidFill>
                <a:latin typeface="Arial"/>
                <a:ea typeface="Arial"/>
                <a:cs typeface="Arial"/>
              </a:defRPr>
            </a:lvl3pPr>
            <a:lvl4pPr>
              <a:defRPr sz="1650" b="0">
                <a:solidFill>
                  <a:srgbClr val="65756B"/>
                </a:solidFill>
                <a:latin typeface="Arial"/>
                <a:ea typeface="Arial"/>
                <a:cs typeface="Arial"/>
              </a:defRPr>
            </a:lvl4pPr>
            <a:lvl5pPr>
              <a:defRPr sz="1650" b="0">
                <a:solidFill>
                  <a:srgbClr val="65756B"/>
                </a:solidFill>
                <a:latin typeface="Arial"/>
                <a:ea typeface="Arial"/>
                <a:cs typeface="Arial"/>
              </a:defRPr>
            </a:lvl5pPr>
            <a:lvl6pPr>
              <a:defRPr sz="1650" b="0">
                <a:solidFill>
                  <a:srgbClr val="65756B"/>
                </a:solidFill>
                <a:latin typeface="Arial"/>
                <a:ea typeface="Arial"/>
                <a:cs typeface="Arial"/>
              </a:defRPr>
            </a:lvl6pPr>
            <a:lvl7pPr>
              <a:defRPr sz="1650" b="0">
                <a:solidFill>
                  <a:srgbClr val="65756B"/>
                </a:solidFill>
                <a:latin typeface="Arial"/>
                <a:ea typeface="Arial"/>
                <a:cs typeface="Arial"/>
              </a:defRPr>
            </a:lvl7pPr>
            <a:lvl8pPr>
              <a:defRPr sz="1650" b="0">
                <a:solidFill>
                  <a:srgbClr val="65756B"/>
                </a:solidFill>
                <a:latin typeface="Arial"/>
                <a:ea typeface="Arial"/>
                <a:cs typeface="Arial"/>
              </a:defRPr>
            </a:lvl8pPr>
            <a:lvl9pPr>
              <a:defRPr sz="1650" b="0">
                <a:solidFill>
                  <a:srgbClr val="65756B"/>
                </a:solidFill>
                <a:latin typeface="Arial"/>
                <a:ea typeface="Arial"/>
                <a:cs typeface="Arial"/>
              </a:defRPr>
            </a:lvl9pPr>
          </a:lstStyle>
          <a:p xmlns:a="http://schemas.openxmlformats.org/drawingml/2006/main">
            <a:pPr>
              <a:defRPr sz="1650" b="0">
                <a:solidFill>
                  <a:srgbClr val="65756B"/>
                </a:solidFill>
                <a:latin typeface="Arial"/>
                <a:ea typeface="Arial"/>
                <a:cs typeface="Arial"/>
              </a:defRPr>
            </a:pPr>
            <a:r>
              <a:rPr sz="1650" b="0">
                <a:solidFill>
                  <a:srgbClr val="65756B"/>
                </a:solidFill>
                <a:latin typeface="Arial"/>
                <a:ea typeface="Arial"/>
                <a:cs typeface="Arial"/>
              </a:rPr>
              <a:t>Searching repositories by hand makes it hard to know where to begin.</a:t>
            </a:r>
          </a:p>
        </p:txBody>
      </p:sp>
      <p:sp>
        <p:nvSpPr>
          <p:cNvPr id="6" name="problem-rule-1">
            <a:extLst xmlns:a="http://schemas.openxmlformats.org/drawingml/2006/main">
              <a:ext uri="{FF2B5EF4-FFF2-40B4-BE49-F238E27FC236}">
                <a16:creationId xmlns:a16="http://schemas.microsoft.com/office/drawing/2014/main" id="{A2D4F576-614D-4693-95AC-FEEB2E201B06}"/>
              </a:ext>
            </a:extLst>
          </p:cNvPr>
          <p:cNvSpPr>
            <a:spLocks xmlns:a="http://schemas.openxmlformats.org/drawingml/2006/main" noGrp="1"/>
          </p:cNvSpPr>
          <p:nvPr/>
        </p:nvSpPr>
        <p:spPr>
          <a:xfrm xmlns:a="http://schemas.openxmlformats.org/drawingml/2006/main">
            <a:off x="857250" y="2990850"/>
            <a:ext cx="100965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7" name="problem-number-2">
            <a:extLst xmlns:a="http://schemas.openxmlformats.org/drawingml/2006/main">
              <a:ext uri="{FF2B5EF4-FFF2-40B4-BE49-F238E27FC236}">
                <a16:creationId xmlns:a16="http://schemas.microsoft.com/office/drawing/2014/main" id="{8B6BB90B-B937-431A-BDDE-9607F3317D4D}"/>
              </a:ext>
            </a:extLst>
          </p:cNvPr>
          <p:cNvSpPr>
            <a:spLocks xmlns:a="http://schemas.openxmlformats.org/drawingml/2006/main" noGrp="1"/>
          </p:cNvSpPr>
          <p:nvPr/>
        </p:nvSpPr>
        <p:spPr>
          <a:xfrm xmlns:a="http://schemas.openxmlformats.org/drawingml/2006/main">
            <a:off x="857250" y="33718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D8844F"/>
                </a:solidFill>
                <a:latin typeface="Arial"/>
                <a:ea typeface="Arial"/>
                <a:cs typeface="Arial"/>
              </a:defRPr>
            </a:defPPr>
            <a:lvl1pPr>
              <a:defRPr sz="1350" b="1">
                <a:solidFill>
                  <a:srgbClr val="D8844F"/>
                </a:solidFill>
                <a:latin typeface="Arial"/>
                <a:ea typeface="Arial"/>
                <a:cs typeface="Arial"/>
              </a:defRPr>
            </a:lvl1pPr>
            <a:lvl2pPr>
              <a:defRPr sz="1350" b="1">
                <a:solidFill>
                  <a:srgbClr val="D8844F"/>
                </a:solidFill>
                <a:latin typeface="Arial"/>
                <a:ea typeface="Arial"/>
                <a:cs typeface="Arial"/>
              </a:defRPr>
            </a:lvl2pPr>
            <a:lvl3pPr>
              <a:defRPr sz="1350" b="1">
                <a:solidFill>
                  <a:srgbClr val="D8844F"/>
                </a:solidFill>
                <a:latin typeface="Arial"/>
                <a:ea typeface="Arial"/>
                <a:cs typeface="Arial"/>
              </a:defRPr>
            </a:lvl3pPr>
            <a:lvl4pPr>
              <a:defRPr sz="1350" b="1">
                <a:solidFill>
                  <a:srgbClr val="D8844F"/>
                </a:solidFill>
                <a:latin typeface="Arial"/>
                <a:ea typeface="Arial"/>
                <a:cs typeface="Arial"/>
              </a:defRPr>
            </a:lvl4pPr>
            <a:lvl5pPr>
              <a:defRPr sz="1350" b="1">
                <a:solidFill>
                  <a:srgbClr val="D8844F"/>
                </a:solidFill>
                <a:latin typeface="Arial"/>
                <a:ea typeface="Arial"/>
                <a:cs typeface="Arial"/>
              </a:defRPr>
            </a:lvl5pPr>
            <a:lvl6pPr>
              <a:defRPr sz="1350" b="1">
                <a:solidFill>
                  <a:srgbClr val="D8844F"/>
                </a:solidFill>
                <a:latin typeface="Arial"/>
                <a:ea typeface="Arial"/>
                <a:cs typeface="Arial"/>
              </a:defRPr>
            </a:lvl6pPr>
            <a:lvl7pPr>
              <a:defRPr sz="1350" b="1">
                <a:solidFill>
                  <a:srgbClr val="D8844F"/>
                </a:solidFill>
                <a:latin typeface="Arial"/>
                <a:ea typeface="Arial"/>
                <a:cs typeface="Arial"/>
              </a:defRPr>
            </a:lvl7pPr>
            <a:lvl8pPr>
              <a:defRPr sz="1350" b="1">
                <a:solidFill>
                  <a:srgbClr val="D8844F"/>
                </a:solidFill>
                <a:latin typeface="Arial"/>
                <a:ea typeface="Arial"/>
                <a:cs typeface="Arial"/>
              </a:defRPr>
            </a:lvl8pPr>
            <a:lvl9pPr>
              <a:defRPr sz="1350" b="1">
                <a:solidFill>
                  <a:srgbClr val="D8844F"/>
                </a:solidFill>
                <a:latin typeface="Arial"/>
                <a:ea typeface="Arial"/>
                <a:cs typeface="Arial"/>
              </a:defRPr>
            </a:lvl9pPr>
          </a:lstStyle>
          <a:p xmlns:a="http://schemas.openxmlformats.org/drawingml/2006/main">
            <a:pPr>
              <a:defRPr sz="1350" b="1">
                <a:solidFill>
                  <a:srgbClr val="D8844F"/>
                </a:solidFill>
                <a:latin typeface="Arial"/>
                <a:ea typeface="Arial"/>
                <a:cs typeface="Arial"/>
              </a:defRPr>
            </a:pPr>
            <a:r>
              <a:rPr sz="1350" b="1">
                <a:solidFill>
                  <a:srgbClr val="D8844F"/>
                </a:solidFill>
                <a:latin typeface="Arial"/>
                <a:ea typeface="Arial"/>
                <a:cs typeface="Arial"/>
              </a:rPr>
              <a:t>02</a:t>
            </a:r>
          </a:p>
        </p:txBody>
      </p:sp>
      <p:sp>
        <p:nvSpPr>
          <p:cNvPr id="8" name="problem-heading-2">
            <a:extLst xmlns:a="http://schemas.openxmlformats.org/drawingml/2006/main">
              <a:ext uri="{FF2B5EF4-FFF2-40B4-BE49-F238E27FC236}">
                <a16:creationId xmlns:a16="http://schemas.microsoft.com/office/drawing/2014/main" id="{8A24E512-4B89-4864-A0B7-4D198866A734}"/>
              </a:ext>
            </a:extLst>
          </p:cNvPr>
          <p:cNvSpPr>
            <a:spLocks xmlns:a="http://schemas.openxmlformats.org/drawingml/2006/main" noGrp="1"/>
          </p:cNvSpPr>
          <p:nvPr/>
        </p:nvSpPr>
        <p:spPr>
          <a:xfrm xmlns:a="http://schemas.openxmlformats.org/drawingml/2006/main">
            <a:off x="1466850" y="3333750"/>
            <a:ext cx="3676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0332B"/>
                </a:solidFill>
                <a:latin typeface="Arial"/>
                <a:ea typeface="Arial"/>
                <a:cs typeface="Arial"/>
              </a:defRPr>
            </a:defPPr>
            <a:lvl1pPr>
              <a:defRPr sz="2250" b="1">
                <a:solidFill>
                  <a:srgbClr val="20332B"/>
                </a:solidFill>
                <a:latin typeface="Arial"/>
                <a:ea typeface="Arial"/>
                <a:cs typeface="Arial"/>
              </a:defRPr>
            </a:lvl1pPr>
            <a:lvl2pPr>
              <a:defRPr sz="2250" b="1">
                <a:solidFill>
                  <a:srgbClr val="20332B"/>
                </a:solidFill>
                <a:latin typeface="Arial"/>
                <a:ea typeface="Arial"/>
                <a:cs typeface="Arial"/>
              </a:defRPr>
            </a:lvl2pPr>
            <a:lvl3pPr>
              <a:defRPr sz="2250" b="1">
                <a:solidFill>
                  <a:srgbClr val="20332B"/>
                </a:solidFill>
                <a:latin typeface="Arial"/>
                <a:ea typeface="Arial"/>
                <a:cs typeface="Arial"/>
              </a:defRPr>
            </a:lvl3pPr>
            <a:lvl4pPr>
              <a:defRPr sz="2250" b="1">
                <a:solidFill>
                  <a:srgbClr val="20332B"/>
                </a:solidFill>
                <a:latin typeface="Arial"/>
                <a:ea typeface="Arial"/>
                <a:cs typeface="Arial"/>
              </a:defRPr>
            </a:lvl4pPr>
            <a:lvl5pPr>
              <a:defRPr sz="2250" b="1">
                <a:solidFill>
                  <a:srgbClr val="20332B"/>
                </a:solidFill>
                <a:latin typeface="Arial"/>
                <a:ea typeface="Arial"/>
                <a:cs typeface="Arial"/>
              </a:defRPr>
            </a:lvl5pPr>
            <a:lvl6pPr>
              <a:defRPr sz="2250" b="1">
                <a:solidFill>
                  <a:srgbClr val="20332B"/>
                </a:solidFill>
                <a:latin typeface="Arial"/>
                <a:ea typeface="Arial"/>
                <a:cs typeface="Arial"/>
              </a:defRPr>
            </a:lvl6pPr>
            <a:lvl7pPr>
              <a:defRPr sz="2250" b="1">
                <a:solidFill>
                  <a:srgbClr val="20332B"/>
                </a:solidFill>
                <a:latin typeface="Arial"/>
                <a:ea typeface="Arial"/>
                <a:cs typeface="Arial"/>
              </a:defRPr>
            </a:lvl7pPr>
            <a:lvl8pPr>
              <a:defRPr sz="2250" b="1">
                <a:solidFill>
                  <a:srgbClr val="20332B"/>
                </a:solidFill>
                <a:latin typeface="Arial"/>
                <a:ea typeface="Arial"/>
                <a:cs typeface="Arial"/>
              </a:defRPr>
            </a:lvl8pPr>
            <a:lvl9pPr>
              <a:defRPr sz="2250" b="1">
                <a:solidFill>
                  <a:srgbClr val="20332B"/>
                </a:solidFill>
                <a:latin typeface="Arial"/>
                <a:ea typeface="Arial"/>
                <a:cs typeface="Arial"/>
              </a:defRPr>
            </a:lvl9pPr>
          </a:lstStyle>
          <a:p xmlns:a="http://schemas.openxmlformats.org/drawingml/2006/main">
            <a:pPr>
              <a:defRPr sz="2250" b="1">
                <a:solidFill>
                  <a:srgbClr val="20332B"/>
                </a:solidFill>
                <a:latin typeface="Arial"/>
                <a:ea typeface="Arial"/>
                <a:cs typeface="Arial"/>
              </a:defRPr>
            </a:pPr>
            <a:r>
              <a:rPr sz="2250" b="1">
                <a:solidFill>
                  <a:srgbClr val="20332B"/>
                </a:solidFill>
                <a:latin typeface="Arial"/>
                <a:ea typeface="Arial"/>
                <a:cs typeface="Arial"/>
              </a:rPr>
              <a:t>Unclear fit</a:t>
            </a:r>
          </a:p>
        </p:txBody>
      </p:sp>
      <p:sp>
        <p:nvSpPr>
          <p:cNvPr id="9" name="problem-body-2">
            <a:extLst xmlns:a="http://schemas.openxmlformats.org/drawingml/2006/main">
              <a:ext uri="{FF2B5EF4-FFF2-40B4-BE49-F238E27FC236}">
                <a16:creationId xmlns:a16="http://schemas.microsoft.com/office/drawing/2014/main" id="{6150006F-D3EF-4803-865B-A6C0B6350627}"/>
              </a:ext>
            </a:extLst>
          </p:cNvPr>
          <p:cNvSpPr>
            <a:spLocks xmlns:a="http://schemas.openxmlformats.org/drawingml/2006/main" noGrp="1"/>
          </p:cNvSpPr>
          <p:nvPr/>
        </p:nvSpPr>
        <p:spPr>
          <a:xfrm xmlns:a="http://schemas.openxmlformats.org/drawingml/2006/main">
            <a:off x="5619750" y="337185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5756B"/>
                </a:solidFill>
                <a:latin typeface="Arial"/>
                <a:ea typeface="Arial"/>
                <a:cs typeface="Arial"/>
              </a:defRPr>
            </a:defPPr>
            <a:lvl1pPr>
              <a:defRPr sz="1650" b="0">
                <a:solidFill>
                  <a:srgbClr val="65756B"/>
                </a:solidFill>
                <a:latin typeface="Arial"/>
                <a:ea typeface="Arial"/>
                <a:cs typeface="Arial"/>
              </a:defRPr>
            </a:lvl1pPr>
            <a:lvl2pPr>
              <a:defRPr sz="1650" b="0">
                <a:solidFill>
                  <a:srgbClr val="65756B"/>
                </a:solidFill>
                <a:latin typeface="Arial"/>
                <a:ea typeface="Arial"/>
                <a:cs typeface="Arial"/>
              </a:defRPr>
            </a:lvl2pPr>
            <a:lvl3pPr>
              <a:defRPr sz="1650" b="0">
                <a:solidFill>
                  <a:srgbClr val="65756B"/>
                </a:solidFill>
                <a:latin typeface="Arial"/>
                <a:ea typeface="Arial"/>
                <a:cs typeface="Arial"/>
              </a:defRPr>
            </a:lvl3pPr>
            <a:lvl4pPr>
              <a:defRPr sz="1650" b="0">
                <a:solidFill>
                  <a:srgbClr val="65756B"/>
                </a:solidFill>
                <a:latin typeface="Arial"/>
                <a:ea typeface="Arial"/>
                <a:cs typeface="Arial"/>
              </a:defRPr>
            </a:lvl4pPr>
            <a:lvl5pPr>
              <a:defRPr sz="1650" b="0">
                <a:solidFill>
                  <a:srgbClr val="65756B"/>
                </a:solidFill>
                <a:latin typeface="Arial"/>
                <a:ea typeface="Arial"/>
                <a:cs typeface="Arial"/>
              </a:defRPr>
            </a:lvl5pPr>
            <a:lvl6pPr>
              <a:defRPr sz="1650" b="0">
                <a:solidFill>
                  <a:srgbClr val="65756B"/>
                </a:solidFill>
                <a:latin typeface="Arial"/>
                <a:ea typeface="Arial"/>
                <a:cs typeface="Arial"/>
              </a:defRPr>
            </a:lvl6pPr>
            <a:lvl7pPr>
              <a:defRPr sz="1650" b="0">
                <a:solidFill>
                  <a:srgbClr val="65756B"/>
                </a:solidFill>
                <a:latin typeface="Arial"/>
                <a:ea typeface="Arial"/>
                <a:cs typeface="Arial"/>
              </a:defRPr>
            </a:lvl7pPr>
            <a:lvl8pPr>
              <a:defRPr sz="1650" b="0">
                <a:solidFill>
                  <a:srgbClr val="65756B"/>
                </a:solidFill>
                <a:latin typeface="Arial"/>
                <a:ea typeface="Arial"/>
                <a:cs typeface="Arial"/>
              </a:defRPr>
            </a:lvl8pPr>
            <a:lvl9pPr>
              <a:defRPr sz="1650" b="0">
                <a:solidFill>
                  <a:srgbClr val="65756B"/>
                </a:solidFill>
                <a:latin typeface="Arial"/>
                <a:ea typeface="Arial"/>
                <a:cs typeface="Arial"/>
              </a:defRPr>
            </a:lvl9pPr>
          </a:lstStyle>
          <a:p xmlns:a="http://schemas.openxmlformats.org/drawingml/2006/main">
            <a:pPr>
              <a:defRPr sz="1650" b="0">
                <a:solidFill>
                  <a:srgbClr val="65756B"/>
                </a:solidFill>
                <a:latin typeface="Arial"/>
                <a:ea typeface="Arial"/>
                <a:cs typeface="Arial"/>
              </a:defRPr>
            </a:pPr>
            <a:r>
              <a:rPr sz="1650" b="0">
                <a:solidFill>
                  <a:srgbClr val="65756B"/>
                </a:solidFill>
                <a:latin typeface="Arial"/>
                <a:ea typeface="Arial"/>
                <a:cs typeface="Arial"/>
              </a:rPr>
              <a:t>A beginner label helps, but it may not tell you whether the task suits your skills.</a:t>
            </a:r>
          </a:p>
        </p:txBody>
      </p:sp>
      <p:sp>
        <p:nvSpPr>
          <p:cNvPr id="10" name="problem-rule-2">
            <a:extLst xmlns:a="http://schemas.openxmlformats.org/drawingml/2006/main">
              <a:ext uri="{FF2B5EF4-FFF2-40B4-BE49-F238E27FC236}">
                <a16:creationId xmlns:a16="http://schemas.microsoft.com/office/drawing/2014/main" id="{69DCF6CC-C4EB-40D8-A5A4-629CB699590D}"/>
              </a:ext>
            </a:extLst>
          </p:cNvPr>
          <p:cNvSpPr>
            <a:spLocks xmlns:a="http://schemas.openxmlformats.org/drawingml/2006/main" noGrp="1"/>
          </p:cNvSpPr>
          <p:nvPr/>
        </p:nvSpPr>
        <p:spPr>
          <a:xfrm xmlns:a="http://schemas.openxmlformats.org/drawingml/2006/main">
            <a:off x="857250" y="4267200"/>
            <a:ext cx="100965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1" name="problem-number-3">
            <a:extLst xmlns:a="http://schemas.openxmlformats.org/drawingml/2006/main">
              <a:ext uri="{FF2B5EF4-FFF2-40B4-BE49-F238E27FC236}">
                <a16:creationId xmlns:a16="http://schemas.microsoft.com/office/drawing/2014/main" id="{E1FA2BF1-8253-44F4-92D5-2CA27E23CDF5}"/>
              </a:ext>
            </a:extLst>
          </p:cNvPr>
          <p:cNvSpPr>
            <a:spLocks xmlns:a="http://schemas.openxmlformats.org/drawingml/2006/main" noGrp="1"/>
          </p:cNvSpPr>
          <p:nvPr/>
        </p:nvSpPr>
        <p:spPr>
          <a:xfrm xmlns:a="http://schemas.openxmlformats.org/drawingml/2006/main">
            <a:off x="857250" y="46482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D8844F"/>
                </a:solidFill>
                <a:latin typeface="Arial"/>
                <a:ea typeface="Arial"/>
                <a:cs typeface="Arial"/>
              </a:defRPr>
            </a:defPPr>
            <a:lvl1pPr>
              <a:defRPr sz="1350" b="1">
                <a:solidFill>
                  <a:srgbClr val="D8844F"/>
                </a:solidFill>
                <a:latin typeface="Arial"/>
                <a:ea typeface="Arial"/>
                <a:cs typeface="Arial"/>
              </a:defRPr>
            </a:lvl1pPr>
            <a:lvl2pPr>
              <a:defRPr sz="1350" b="1">
                <a:solidFill>
                  <a:srgbClr val="D8844F"/>
                </a:solidFill>
                <a:latin typeface="Arial"/>
                <a:ea typeface="Arial"/>
                <a:cs typeface="Arial"/>
              </a:defRPr>
            </a:lvl2pPr>
            <a:lvl3pPr>
              <a:defRPr sz="1350" b="1">
                <a:solidFill>
                  <a:srgbClr val="D8844F"/>
                </a:solidFill>
                <a:latin typeface="Arial"/>
                <a:ea typeface="Arial"/>
                <a:cs typeface="Arial"/>
              </a:defRPr>
            </a:lvl3pPr>
            <a:lvl4pPr>
              <a:defRPr sz="1350" b="1">
                <a:solidFill>
                  <a:srgbClr val="D8844F"/>
                </a:solidFill>
                <a:latin typeface="Arial"/>
                <a:ea typeface="Arial"/>
                <a:cs typeface="Arial"/>
              </a:defRPr>
            </a:lvl4pPr>
            <a:lvl5pPr>
              <a:defRPr sz="1350" b="1">
                <a:solidFill>
                  <a:srgbClr val="D8844F"/>
                </a:solidFill>
                <a:latin typeface="Arial"/>
                <a:ea typeface="Arial"/>
                <a:cs typeface="Arial"/>
              </a:defRPr>
            </a:lvl5pPr>
            <a:lvl6pPr>
              <a:defRPr sz="1350" b="1">
                <a:solidFill>
                  <a:srgbClr val="D8844F"/>
                </a:solidFill>
                <a:latin typeface="Arial"/>
                <a:ea typeface="Arial"/>
                <a:cs typeface="Arial"/>
              </a:defRPr>
            </a:lvl6pPr>
            <a:lvl7pPr>
              <a:defRPr sz="1350" b="1">
                <a:solidFill>
                  <a:srgbClr val="D8844F"/>
                </a:solidFill>
                <a:latin typeface="Arial"/>
                <a:ea typeface="Arial"/>
                <a:cs typeface="Arial"/>
              </a:defRPr>
            </a:lvl7pPr>
            <a:lvl8pPr>
              <a:defRPr sz="1350" b="1">
                <a:solidFill>
                  <a:srgbClr val="D8844F"/>
                </a:solidFill>
                <a:latin typeface="Arial"/>
                <a:ea typeface="Arial"/>
                <a:cs typeface="Arial"/>
              </a:defRPr>
            </a:lvl8pPr>
            <a:lvl9pPr>
              <a:defRPr sz="1350" b="1">
                <a:solidFill>
                  <a:srgbClr val="D8844F"/>
                </a:solidFill>
                <a:latin typeface="Arial"/>
                <a:ea typeface="Arial"/>
                <a:cs typeface="Arial"/>
              </a:defRPr>
            </a:lvl9pPr>
          </a:lstStyle>
          <a:p xmlns:a="http://schemas.openxmlformats.org/drawingml/2006/main">
            <a:pPr>
              <a:defRPr sz="1350" b="1">
                <a:solidFill>
                  <a:srgbClr val="D8844F"/>
                </a:solidFill>
                <a:latin typeface="Arial"/>
                <a:ea typeface="Arial"/>
                <a:cs typeface="Arial"/>
              </a:defRPr>
            </a:pPr>
            <a:r>
              <a:rPr sz="1350" b="1">
                <a:solidFill>
                  <a:srgbClr val="D8844F"/>
                </a:solidFill>
                <a:latin typeface="Arial"/>
                <a:ea typeface="Arial"/>
                <a:cs typeface="Arial"/>
              </a:rPr>
              <a:t>03</a:t>
            </a:r>
          </a:p>
        </p:txBody>
      </p:sp>
      <p:sp>
        <p:nvSpPr>
          <p:cNvPr id="12" name="problem-heading-3">
            <a:extLst xmlns:a="http://schemas.openxmlformats.org/drawingml/2006/main">
              <a:ext uri="{FF2B5EF4-FFF2-40B4-BE49-F238E27FC236}">
                <a16:creationId xmlns:a16="http://schemas.microsoft.com/office/drawing/2014/main" id="{FDAE7398-870C-4EF2-8D84-770E071AAD21}"/>
              </a:ext>
            </a:extLst>
          </p:cNvPr>
          <p:cNvSpPr>
            <a:spLocks xmlns:a="http://schemas.openxmlformats.org/drawingml/2006/main" noGrp="1"/>
          </p:cNvSpPr>
          <p:nvPr/>
        </p:nvSpPr>
        <p:spPr>
          <a:xfrm xmlns:a="http://schemas.openxmlformats.org/drawingml/2006/main">
            <a:off x="1466850" y="4610100"/>
            <a:ext cx="3676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0332B"/>
                </a:solidFill>
                <a:latin typeface="Arial"/>
                <a:ea typeface="Arial"/>
                <a:cs typeface="Arial"/>
              </a:defRPr>
            </a:defPPr>
            <a:lvl1pPr>
              <a:defRPr sz="2250" b="1">
                <a:solidFill>
                  <a:srgbClr val="20332B"/>
                </a:solidFill>
                <a:latin typeface="Arial"/>
                <a:ea typeface="Arial"/>
                <a:cs typeface="Arial"/>
              </a:defRPr>
            </a:lvl1pPr>
            <a:lvl2pPr>
              <a:defRPr sz="2250" b="1">
                <a:solidFill>
                  <a:srgbClr val="20332B"/>
                </a:solidFill>
                <a:latin typeface="Arial"/>
                <a:ea typeface="Arial"/>
                <a:cs typeface="Arial"/>
              </a:defRPr>
            </a:lvl2pPr>
            <a:lvl3pPr>
              <a:defRPr sz="2250" b="1">
                <a:solidFill>
                  <a:srgbClr val="20332B"/>
                </a:solidFill>
                <a:latin typeface="Arial"/>
                <a:ea typeface="Arial"/>
                <a:cs typeface="Arial"/>
              </a:defRPr>
            </a:lvl3pPr>
            <a:lvl4pPr>
              <a:defRPr sz="2250" b="1">
                <a:solidFill>
                  <a:srgbClr val="20332B"/>
                </a:solidFill>
                <a:latin typeface="Arial"/>
                <a:ea typeface="Arial"/>
                <a:cs typeface="Arial"/>
              </a:defRPr>
            </a:lvl4pPr>
            <a:lvl5pPr>
              <a:defRPr sz="2250" b="1">
                <a:solidFill>
                  <a:srgbClr val="20332B"/>
                </a:solidFill>
                <a:latin typeface="Arial"/>
                <a:ea typeface="Arial"/>
                <a:cs typeface="Arial"/>
              </a:defRPr>
            </a:lvl5pPr>
            <a:lvl6pPr>
              <a:defRPr sz="2250" b="1">
                <a:solidFill>
                  <a:srgbClr val="20332B"/>
                </a:solidFill>
                <a:latin typeface="Arial"/>
                <a:ea typeface="Arial"/>
                <a:cs typeface="Arial"/>
              </a:defRPr>
            </a:lvl6pPr>
            <a:lvl7pPr>
              <a:defRPr sz="2250" b="1">
                <a:solidFill>
                  <a:srgbClr val="20332B"/>
                </a:solidFill>
                <a:latin typeface="Arial"/>
                <a:ea typeface="Arial"/>
                <a:cs typeface="Arial"/>
              </a:defRPr>
            </a:lvl7pPr>
            <a:lvl8pPr>
              <a:defRPr sz="2250" b="1">
                <a:solidFill>
                  <a:srgbClr val="20332B"/>
                </a:solidFill>
                <a:latin typeface="Arial"/>
                <a:ea typeface="Arial"/>
                <a:cs typeface="Arial"/>
              </a:defRPr>
            </a:lvl8pPr>
            <a:lvl9pPr>
              <a:defRPr sz="2250" b="1">
                <a:solidFill>
                  <a:srgbClr val="20332B"/>
                </a:solidFill>
                <a:latin typeface="Arial"/>
                <a:ea typeface="Arial"/>
                <a:cs typeface="Arial"/>
              </a:defRPr>
            </a:lvl9pPr>
          </a:lstStyle>
          <a:p xmlns:a="http://schemas.openxmlformats.org/drawingml/2006/main">
            <a:pPr>
              <a:defRPr sz="2250" b="1">
                <a:solidFill>
                  <a:srgbClr val="20332B"/>
                </a:solidFill>
                <a:latin typeface="Arial"/>
                <a:ea typeface="Arial"/>
                <a:cs typeface="Arial"/>
              </a:defRPr>
            </a:pPr>
            <a:r>
              <a:rPr sz="2250" b="1">
                <a:solidFill>
                  <a:srgbClr val="20332B"/>
                </a:solidFill>
                <a:latin typeface="Arial"/>
                <a:ea typeface="Arial"/>
                <a:cs typeface="Arial"/>
              </a:rPr>
              <a:t>Details can change</a:t>
            </a:r>
          </a:p>
        </p:txBody>
      </p:sp>
      <p:sp>
        <p:nvSpPr>
          <p:cNvPr id="13" name="problem-body-3">
            <a:extLst xmlns:a="http://schemas.openxmlformats.org/drawingml/2006/main">
              <a:ext uri="{FF2B5EF4-FFF2-40B4-BE49-F238E27FC236}">
                <a16:creationId xmlns:a16="http://schemas.microsoft.com/office/drawing/2014/main" id="{BF7FDDD0-6291-481D-9746-5FA202F3988C}"/>
              </a:ext>
            </a:extLst>
          </p:cNvPr>
          <p:cNvSpPr>
            <a:spLocks xmlns:a="http://schemas.openxmlformats.org/drawingml/2006/main" noGrp="1"/>
          </p:cNvSpPr>
          <p:nvPr/>
        </p:nvSpPr>
        <p:spPr>
          <a:xfrm xmlns:a="http://schemas.openxmlformats.org/drawingml/2006/main">
            <a:off x="5619750" y="464820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5756B"/>
                </a:solidFill>
                <a:latin typeface="Arial"/>
                <a:ea typeface="Arial"/>
                <a:cs typeface="Arial"/>
              </a:defRPr>
            </a:defPPr>
            <a:lvl1pPr>
              <a:defRPr sz="1650" b="0">
                <a:solidFill>
                  <a:srgbClr val="65756B"/>
                </a:solidFill>
                <a:latin typeface="Arial"/>
                <a:ea typeface="Arial"/>
                <a:cs typeface="Arial"/>
              </a:defRPr>
            </a:lvl1pPr>
            <a:lvl2pPr>
              <a:defRPr sz="1650" b="0">
                <a:solidFill>
                  <a:srgbClr val="65756B"/>
                </a:solidFill>
                <a:latin typeface="Arial"/>
                <a:ea typeface="Arial"/>
                <a:cs typeface="Arial"/>
              </a:defRPr>
            </a:lvl2pPr>
            <a:lvl3pPr>
              <a:defRPr sz="1650" b="0">
                <a:solidFill>
                  <a:srgbClr val="65756B"/>
                </a:solidFill>
                <a:latin typeface="Arial"/>
                <a:ea typeface="Arial"/>
                <a:cs typeface="Arial"/>
              </a:defRPr>
            </a:lvl3pPr>
            <a:lvl4pPr>
              <a:defRPr sz="1650" b="0">
                <a:solidFill>
                  <a:srgbClr val="65756B"/>
                </a:solidFill>
                <a:latin typeface="Arial"/>
                <a:ea typeface="Arial"/>
                <a:cs typeface="Arial"/>
              </a:defRPr>
            </a:lvl4pPr>
            <a:lvl5pPr>
              <a:defRPr sz="1650" b="0">
                <a:solidFill>
                  <a:srgbClr val="65756B"/>
                </a:solidFill>
                <a:latin typeface="Arial"/>
                <a:ea typeface="Arial"/>
                <a:cs typeface="Arial"/>
              </a:defRPr>
            </a:lvl5pPr>
            <a:lvl6pPr>
              <a:defRPr sz="1650" b="0">
                <a:solidFill>
                  <a:srgbClr val="65756B"/>
                </a:solidFill>
                <a:latin typeface="Arial"/>
                <a:ea typeface="Arial"/>
                <a:cs typeface="Arial"/>
              </a:defRPr>
            </a:lvl6pPr>
            <a:lvl7pPr>
              <a:defRPr sz="1650" b="0">
                <a:solidFill>
                  <a:srgbClr val="65756B"/>
                </a:solidFill>
                <a:latin typeface="Arial"/>
                <a:ea typeface="Arial"/>
                <a:cs typeface="Arial"/>
              </a:defRPr>
            </a:lvl7pPr>
            <a:lvl8pPr>
              <a:defRPr sz="1650" b="0">
                <a:solidFill>
                  <a:srgbClr val="65756B"/>
                </a:solidFill>
                <a:latin typeface="Arial"/>
                <a:ea typeface="Arial"/>
                <a:cs typeface="Arial"/>
              </a:defRPr>
            </a:lvl8pPr>
            <a:lvl9pPr>
              <a:defRPr sz="1650" b="0">
                <a:solidFill>
                  <a:srgbClr val="65756B"/>
                </a:solidFill>
                <a:latin typeface="Arial"/>
                <a:ea typeface="Arial"/>
                <a:cs typeface="Arial"/>
              </a:defRPr>
            </a:lvl9pPr>
          </a:lstStyle>
          <a:p xmlns:a="http://schemas.openxmlformats.org/drawingml/2006/main">
            <a:pPr>
              <a:defRPr sz="1650" b="0">
                <a:solidFill>
                  <a:srgbClr val="65756B"/>
                </a:solidFill>
                <a:latin typeface="Arial"/>
                <a:ea typeface="Arial"/>
                <a:cs typeface="Arial"/>
              </a:defRPr>
            </a:pPr>
            <a:r>
              <a:rPr sz="1650" b="0">
                <a:solidFill>
                  <a:srgbClr val="65756B"/>
                </a:solidFill>
                <a:latin typeface="Arial"/>
                <a:ea typeface="Arial"/>
                <a:cs typeface="Arial"/>
              </a:rPr>
              <a:t>Issues can go stale, get assigned, or be claimed in a comment.</a:t>
            </a:r>
          </a:p>
        </p:txBody>
      </p:sp>
      <p:sp>
        <p:nvSpPr>
          <p:cNvPr id="14" name="slide-number-2">
            <a:extLst xmlns:a="http://schemas.openxmlformats.org/drawingml/2006/main">
              <a:ext uri="{FF2B5EF4-FFF2-40B4-BE49-F238E27FC236}">
                <a16:creationId xmlns:a16="http://schemas.microsoft.com/office/drawing/2014/main" id="{C80FCC64-BBAE-486D-AD52-59DB2DD9ED12}"/>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5756B"/>
                </a:solidFill>
                <a:latin typeface="Arial"/>
                <a:ea typeface="Arial"/>
                <a:cs typeface="Arial"/>
              </a:defRPr>
            </a:defPPr>
            <a:lvl1pPr>
              <a:defRPr sz="1050" b="1">
                <a:solidFill>
                  <a:srgbClr val="65756B"/>
                </a:solidFill>
                <a:latin typeface="Arial"/>
                <a:ea typeface="Arial"/>
                <a:cs typeface="Arial"/>
              </a:defRPr>
            </a:lvl1pPr>
            <a:lvl2pPr>
              <a:defRPr sz="1050" b="1">
                <a:solidFill>
                  <a:srgbClr val="65756B"/>
                </a:solidFill>
                <a:latin typeface="Arial"/>
                <a:ea typeface="Arial"/>
                <a:cs typeface="Arial"/>
              </a:defRPr>
            </a:lvl2pPr>
            <a:lvl3pPr>
              <a:defRPr sz="1050" b="1">
                <a:solidFill>
                  <a:srgbClr val="65756B"/>
                </a:solidFill>
                <a:latin typeface="Arial"/>
                <a:ea typeface="Arial"/>
                <a:cs typeface="Arial"/>
              </a:defRPr>
            </a:lvl3pPr>
            <a:lvl4pPr>
              <a:defRPr sz="1050" b="1">
                <a:solidFill>
                  <a:srgbClr val="65756B"/>
                </a:solidFill>
                <a:latin typeface="Arial"/>
                <a:ea typeface="Arial"/>
                <a:cs typeface="Arial"/>
              </a:defRPr>
            </a:lvl4pPr>
            <a:lvl5pPr>
              <a:defRPr sz="1050" b="1">
                <a:solidFill>
                  <a:srgbClr val="65756B"/>
                </a:solidFill>
                <a:latin typeface="Arial"/>
                <a:ea typeface="Arial"/>
                <a:cs typeface="Arial"/>
              </a:defRPr>
            </a:lvl5pPr>
            <a:lvl6pPr>
              <a:defRPr sz="1050" b="1">
                <a:solidFill>
                  <a:srgbClr val="65756B"/>
                </a:solidFill>
                <a:latin typeface="Arial"/>
                <a:ea typeface="Arial"/>
                <a:cs typeface="Arial"/>
              </a:defRPr>
            </a:lvl6pPr>
            <a:lvl7pPr>
              <a:defRPr sz="1050" b="1">
                <a:solidFill>
                  <a:srgbClr val="65756B"/>
                </a:solidFill>
                <a:latin typeface="Arial"/>
                <a:ea typeface="Arial"/>
                <a:cs typeface="Arial"/>
              </a:defRPr>
            </a:lvl7pPr>
            <a:lvl8pPr>
              <a:defRPr sz="1050" b="1">
                <a:solidFill>
                  <a:srgbClr val="65756B"/>
                </a:solidFill>
                <a:latin typeface="Arial"/>
                <a:ea typeface="Arial"/>
                <a:cs typeface="Arial"/>
              </a:defRPr>
            </a:lvl8pPr>
            <a:lvl9pPr>
              <a:defRPr sz="1050" b="1">
                <a:solidFill>
                  <a:srgbClr val="65756B"/>
                </a:solidFill>
                <a:latin typeface="Arial"/>
                <a:ea typeface="Arial"/>
                <a:cs typeface="Arial"/>
              </a:defRPr>
            </a:lvl9pPr>
          </a:lstStyle>
          <a:p xmlns:a="http://schemas.openxmlformats.org/drawingml/2006/main">
            <a:pPr>
              <a:defRPr sz="1050" b="1">
                <a:solidFill>
                  <a:srgbClr val="65756B"/>
                </a:solidFill>
                <a:latin typeface="Arial"/>
                <a:ea typeface="Arial"/>
                <a:cs typeface="Arial"/>
              </a:defRPr>
            </a:pPr>
            <a:r>
              <a:rPr sz="1050" b="1">
                <a:solidFill>
                  <a:srgbClr val="65756B"/>
                </a:solidFill>
                <a:latin typeface="Arial"/>
                <a:ea typeface="Arial"/>
                <a:cs typeface="Arial"/>
              </a:rPr>
              <a:t>02 / 08</a:t>
            </a:r>
          </a:p>
        </p:txBody>
      </p:sp>
    </p:spTree>
    <p:extLst>
      <p:ext uri="{BB962C8B-B14F-4D97-AF65-F5344CB8AC3E}">
        <p14:creationId xmlns:p14="http://schemas.microsoft.com/office/powerpoint/2010/main" val="372358897"/>
      </p:ext>
    </p:extLst>
  </p:cSld>
</p:sld>
</file>

<file path=ppt/slides/slide3.xml><?xml version="1.0" encoding="utf-8"?>
<p:sld xmlns:p="http://schemas.openxmlformats.org/presentationml/2006/main">
  <p:cSld>
    <p:bg>
      <p:bgPr>
        <a:solidFill xmlns:a="http://schemas.openxmlformats.org/drawingml/2006/main">
          <a:srgbClr val="E2EBDD"/>
        </a:solidFill>
      </p:bgPr>
    </p:bg>
    <p:spTree>
      <p:nvGrpSpPr>
        <p:cNvPr id="1" name=""/>
        <p:cNvGrpSpPr/>
        <p:nvPr/>
      </p:nvGrpSpPr>
      <p:grpSpPr>
        <a:xfrm xmlns:a="http://schemas.openxmlformats.org/drawingml/2006/main"/>
      </p:grpSpPr>
      <p:sp>
        <p:nvSpPr>
          <p:cNvPr id="8" name="purpose-kicker">
            <a:extLst xmlns:a="http://schemas.openxmlformats.org/drawingml/2006/main">
              <a:ext uri="{FF2B5EF4-FFF2-40B4-BE49-F238E27FC236}">
                <a16:creationId xmlns:a16="http://schemas.microsoft.com/office/drawing/2014/main" id="{36F19555-D17A-4917-95D6-F0FE5FEFA8A7}"/>
              </a:ext>
            </a:extLst>
          </p:cNvPr>
          <p:cNvSpPr>
            <a:spLocks xmlns:a="http://schemas.openxmlformats.org/drawingml/2006/main" noGrp="1"/>
          </p:cNvSpPr>
          <p:nvPr/>
        </p:nvSpPr>
        <p:spPr>
          <a:xfrm xmlns:a="http://schemas.openxmlformats.org/drawingml/2006/main">
            <a:off x="838200" y="685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44A3D"/>
                </a:solidFill>
                <a:latin typeface="Arial"/>
                <a:ea typeface="Arial"/>
                <a:cs typeface="Arial"/>
              </a:defRPr>
            </a:defPPr>
            <a:lvl1pPr>
              <a:defRPr sz="1200" b="1">
                <a:solidFill>
                  <a:srgbClr val="244A3D"/>
                </a:solidFill>
                <a:latin typeface="Arial"/>
                <a:ea typeface="Arial"/>
                <a:cs typeface="Arial"/>
              </a:defRPr>
            </a:lvl1pPr>
            <a:lvl2pPr>
              <a:defRPr sz="1200" b="1">
                <a:solidFill>
                  <a:srgbClr val="244A3D"/>
                </a:solidFill>
                <a:latin typeface="Arial"/>
                <a:ea typeface="Arial"/>
                <a:cs typeface="Arial"/>
              </a:defRPr>
            </a:lvl2pPr>
            <a:lvl3pPr>
              <a:defRPr sz="1200" b="1">
                <a:solidFill>
                  <a:srgbClr val="244A3D"/>
                </a:solidFill>
                <a:latin typeface="Arial"/>
                <a:ea typeface="Arial"/>
                <a:cs typeface="Arial"/>
              </a:defRPr>
            </a:lvl3pPr>
            <a:lvl4pPr>
              <a:defRPr sz="1200" b="1">
                <a:solidFill>
                  <a:srgbClr val="244A3D"/>
                </a:solidFill>
                <a:latin typeface="Arial"/>
                <a:ea typeface="Arial"/>
                <a:cs typeface="Arial"/>
              </a:defRPr>
            </a:lvl4pPr>
            <a:lvl5pPr>
              <a:defRPr sz="1200" b="1">
                <a:solidFill>
                  <a:srgbClr val="244A3D"/>
                </a:solidFill>
                <a:latin typeface="Arial"/>
                <a:ea typeface="Arial"/>
                <a:cs typeface="Arial"/>
              </a:defRPr>
            </a:lvl5pPr>
            <a:lvl6pPr>
              <a:defRPr sz="1200" b="1">
                <a:solidFill>
                  <a:srgbClr val="244A3D"/>
                </a:solidFill>
                <a:latin typeface="Arial"/>
                <a:ea typeface="Arial"/>
                <a:cs typeface="Arial"/>
              </a:defRPr>
            </a:lvl6pPr>
            <a:lvl7pPr>
              <a:defRPr sz="1200" b="1">
                <a:solidFill>
                  <a:srgbClr val="244A3D"/>
                </a:solidFill>
                <a:latin typeface="Arial"/>
                <a:ea typeface="Arial"/>
                <a:cs typeface="Arial"/>
              </a:defRPr>
            </a:lvl7pPr>
            <a:lvl8pPr>
              <a:defRPr sz="1200" b="1">
                <a:solidFill>
                  <a:srgbClr val="244A3D"/>
                </a:solidFill>
                <a:latin typeface="Arial"/>
                <a:ea typeface="Arial"/>
                <a:cs typeface="Arial"/>
              </a:defRPr>
            </a:lvl8pPr>
            <a:lvl9pPr>
              <a:defRPr sz="1200" b="1">
                <a:solidFill>
                  <a:srgbClr val="244A3D"/>
                </a:solidFill>
                <a:latin typeface="Arial"/>
                <a:ea typeface="Arial"/>
                <a:cs typeface="Arial"/>
              </a:defRPr>
            </a:lvl9pPr>
          </a:lstStyle>
          <a:p xmlns:a="http://schemas.openxmlformats.org/drawingml/2006/main">
            <a:pPr>
              <a:defRPr sz="1200" b="1">
                <a:solidFill>
                  <a:srgbClr val="244A3D"/>
                </a:solidFill>
                <a:latin typeface="Arial"/>
                <a:ea typeface="Arial"/>
                <a:cs typeface="Arial"/>
              </a:defRPr>
            </a:pPr>
            <a:r>
              <a:rPr sz="1200" b="1">
                <a:solidFill>
                  <a:srgbClr val="244A3D"/>
                </a:solidFill>
                <a:latin typeface="Arial"/>
                <a:ea typeface="Arial"/>
                <a:cs typeface="Arial"/>
              </a:rPr>
              <a:t>THE PURPOSE</a:t>
            </a:r>
          </a:p>
        </p:txBody>
      </p:sp>
      <p:sp>
        <p:nvSpPr>
          <p:cNvPr id="2" name="purpose-title">
            <a:extLst xmlns:a="http://schemas.openxmlformats.org/drawingml/2006/main">
              <a:ext uri="{FF2B5EF4-FFF2-40B4-BE49-F238E27FC236}">
                <a16:creationId xmlns:a16="http://schemas.microsoft.com/office/drawing/2014/main" id="{DD174160-A04E-4796-9C0B-FF67AF453DFC}"/>
              </a:ext>
            </a:extLst>
          </p:cNvPr>
          <p:cNvSpPr>
            <a:spLocks xmlns:a="http://schemas.openxmlformats.org/drawingml/2006/main" noGrp="1"/>
          </p:cNvSpPr>
          <p:nvPr/>
        </p:nvSpPr>
        <p:spPr>
          <a:xfrm xmlns:a="http://schemas.openxmlformats.org/drawingml/2006/main">
            <a:off x="800100" y="1428750"/>
            <a:ext cx="90487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20332B"/>
                </a:solidFill>
                <a:latin typeface="Arial"/>
                <a:ea typeface="Arial"/>
                <a:cs typeface="Arial"/>
              </a:defRPr>
            </a:defPPr>
            <a:lvl1pPr>
              <a:defRPr sz="4350" b="1">
                <a:solidFill>
                  <a:srgbClr val="20332B"/>
                </a:solidFill>
                <a:latin typeface="Arial"/>
                <a:ea typeface="Arial"/>
                <a:cs typeface="Arial"/>
              </a:defRPr>
            </a:lvl1pPr>
            <a:lvl2pPr>
              <a:defRPr sz="4350" b="1">
                <a:solidFill>
                  <a:srgbClr val="20332B"/>
                </a:solidFill>
                <a:latin typeface="Arial"/>
                <a:ea typeface="Arial"/>
                <a:cs typeface="Arial"/>
              </a:defRPr>
            </a:lvl2pPr>
            <a:lvl3pPr>
              <a:defRPr sz="4350" b="1">
                <a:solidFill>
                  <a:srgbClr val="20332B"/>
                </a:solidFill>
                <a:latin typeface="Arial"/>
                <a:ea typeface="Arial"/>
                <a:cs typeface="Arial"/>
              </a:defRPr>
            </a:lvl3pPr>
            <a:lvl4pPr>
              <a:defRPr sz="4350" b="1">
                <a:solidFill>
                  <a:srgbClr val="20332B"/>
                </a:solidFill>
                <a:latin typeface="Arial"/>
                <a:ea typeface="Arial"/>
                <a:cs typeface="Arial"/>
              </a:defRPr>
            </a:lvl4pPr>
            <a:lvl5pPr>
              <a:defRPr sz="4350" b="1">
                <a:solidFill>
                  <a:srgbClr val="20332B"/>
                </a:solidFill>
                <a:latin typeface="Arial"/>
                <a:ea typeface="Arial"/>
                <a:cs typeface="Arial"/>
              </a:defRPr>
            </a:lvl5pPr>
            <a:lvl6pPr>
              <a:defRPr sz="4350" b="1">
                <a:solidFill>
                  <a:srgbClr val="20332B"/>
                </a:solidFill>
                <a:latin typeface="Arial"/>
                <a:ea typeface="Arial"/>
                <a:cs typeface="Arial"/>
              </a:defRPr>
            </a:lvl6pPr>
            <a:lvl7pPr>
              <a:defRPr sz="4350" b="1">
                <a:solidFill>
                  <a:srgbClr val="20332B"/>
                </a:solidFill>
                <a:latin typeface="Arial"/>
                <a:ea typeface="Arial"/>
                <a:cs typeface="Arial"/>
              </a:defRPr>
            </a:lvl7pPr>
            <a:lvl8pPr>
              <a:defRPr sz="4350" b="1">
                <a:solidFill>
                  <a:srgbClr val="20332B"/>
                </a:solidFill>
                <a:latin typeface="Arial"/>
                <a:ea typeface="Arial"/>
                <a:cs typeface="Arial"/>
              </a:defRPr>
            </a:lvl8pPr>
            <a:lvl9pPr>
              <a:defRPr sz="4350" b="1">
                <a:solidFill>
                  <a:srgbClr val="20332B"/>
                </a:solidFill>
                <a:latin typeface="Arial"/>
                <a:ea typeface="Arial"/>
                <a:cs typeface="Arial"/>
              </a:defRPr>
            </a:lvl9pPr>
          </a:lstStyle>
          <a:p xmlns:a="http://schemas.openxmlformats.org/drawingml/2006/main">
            <a:pPr>
              <a:defRPr sz="4350" b="1">
                <a:solidFill>
                  <a:srgbClr val="20332B"/>
                </a:solidFill>
                <a:latin typeface="Arial"/>
                <a:ea typeface="Arial"/>
                <a:cs typeface="Arial"/>
              </a:defRPr>
            </a:pPr>
            <a:r>
              <a:rPr sz="4350" b="1">
                <a:solidFill>
                  <a:srgbClr val="20332B"/>
                </a:solidFill>
                <a:latin typeface="Arial"/>
                <a:ea typeface="Arial"/>
                <a:cs typeface="Arial"/>
              </a:rPr>
              <a:t>Make the first contribution</a:t>
            </a:r>
          </a:p>
          <a:p xmlns:a="http://schemas.openxmlformats.org/drawingml/2006/main">
            <a:pPr>
              <a:defRPr sz="4350" b="1">
                <a:solidFill>
                  <a:srgbClr val="20332B"/>
                </a:solidFill>
                <a:latin typeface="Arial"/>
                <a:ea typeface="Arial"/>
                <a:cs typeface="Arial"/>
              </a:defRPr>
            </a:pPr>
            <a:r>
              <a:rPr sz="4350" b="1">
                <a:solidFill>
                  <a:srgbClr val="20332B"/>
                </a:solidFill>
                <a:latin typeface="Arial"/>
                <a:ea typeface="Arial"/>
                <a:cs typeface="Arial"/>
              </a:rPr>
              <a:t>easier to find.</a:t>
            </a:r>
          </a:p>
        </p:txBody>
      </p:sp>
      <p:sp>
        <p:nvSpPr>
          <p:cNvPr id="3" name="purpose-body">
            <a:extLst xmlns:a="http://schemas.openxmlformats.org/drawingml/2006/main">
              <a:ext uri="{FF2B5EF4-FFF2-40B4-BE49-F238E27FC236}">
                <a16:creationId xmlns:a16="http://schemas.microsoft.com/office/drawing/2014/main" id="{E2FDCCBB-3CD1-43A6-BDBF-2443BF1D84ED}"/>
              </a:ext>
            </a:extLst>
          </p:cNvPr>
          <p:cNvSpPr>
            <a:spLocks xmlns:a="http://schemas.openxmlformats.org/drawingml/2006/main" noGrp="1"/>
          </p:cNvSpPr>
          <p:nvPr/>
        </p:nvSpPr>
        <p:spPr>
          <a:xfrm xmlns:a="http://schemas.openxmlformats.org/drawingml/2006/main">
            <a:off x="857250" y="3543300"/>
            <a:ext cx="7143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44A3D"/>
                </a:solidFill>
                <a:latin typeface="Arial"/>
                <a:ea typeface="Arial"/>
                <a:cs typeface="Arial"/>
              </a:defRPr>
            </a:defPPr>
            <a:lvl1pPr>
              <a:defRPr sz="2025" b="0">
                <a:solidFill>
                  <a:srgbClr val="244A3D"/>
                </a:solidFill>
                <a:latin typeface="Arial"/>
                <a:ea typeface="Arial"/>
                <a:cs typeface="Arial"/>
              </a:defRPr>
            </a:lvl1pPr>
            <a:lvl2pPr>
              <a:defRPr sz="2025" b="0">
                <a:solidFill>
                  <a:srgbClr val="244A3D"/>
                </a:solidFill>
                <a:latin typeface="Arial"/>
                <a:ea typeface="Arial"/>
                <a:cs typeface="Arial"/>
              </a:defRPr>
            </a:lvl2pPr>
            <a:lvl3pPr>
              <a:defRPr sz="2025" b="0">
                <a:solidFill>
                  <a:srgbClr val="244A3D"/>
                </a:solidFill>
                <a:latin typeface="Arial"/>
                <a:ea typeface="Arial"/>
                <a:cs typeface="Arial"/>
              </a:defRPr>
            </a:lvl3pPr>
            <a:lvl4pPr>
              <a:defRPr sz="2025" b="0">
                <a:solidFill>
                  <a:srgbClr val="244A3D"/>
                </a:solidFill>
                <a:latin typeface="Arial"/>
                <a:ea typeface="Arial"/>
                <a:cs typeface="Arial"/>
              </a:defRPr>
            </a:lvl4pPr>
            <a:lvl5pPr>
              <a:defRPr sz="2025" b="0">
                <a:solidFill>
                  <a:srgbClr val="244A3D"/>
                </a:solidFill>
                <a:latin typeface="Arial"/>
                <a:ea typeface="Arial"/>
                <a:cs typeface="Arial"/>
              </a:defRPr>
            </a:lvl5pPr>
            <a:lvl6pPr>
              <a:defRPr sz="2025" b="0">
                <a:solidFill>
                  <a:srgbClr val="244A3D"/>
                </a:solidFill>
                <a:latin typeface="Arial"/>
                <a:ea typeface="Arial"/>
                <a:cs typeface="Arial"/>
              </a:defRPr>
            </a:lvl6pPr>
            <a:lvl7pPr>
              <a:defRPr sz="2025" b="0">
                <a:solidFill>
                  <a:srgbClr val="244A3D"/>
                </a:solidFill>
                <a:latin typeface="Arial"/>
                <a:ea typeface="Arial"/>
                <a:cs typeface="Arial"/>
              </a:defRPr>
            </a:lvl7pPr>
            <a:lvl8pPr>
              <a:defRPr sz="2025" b="0">
                <a:solidFill>
                  <a:srgbClr val="244A3D"/>
                </a:solidFill>
                <a:latin typeface="Arial"/>
                <a:ea typeface="Arial"/>
                <a:cs typeface="Arial"/>
              </a:defRPr>
            </a:lvl8pPr>
            <a:lvl9pPr>
              <a:defRPr sz="2025" b="0">
                <a:solidFill>
                  <a:srgbClr val="244A3D"/>
                </a:solidFill>
                <a:latin typeface="Arial"/>
                <a:ea typeface="Arial"/>
                <a:cs typeface="Arial"/>
              </a:defRPr>
            </a:lvl9pPr>
          </a:lstStyle>
          <a:p xmlns:a="http://schemas.openxmlformats.org/drawingml/2006/main">
            <a:pPr>
              <a:defRPr sz="2025" b="0">
                <a:solidFill>
                  <a:srgbClr val="244A3D"/>
                </a:solidFill>
                <a:latin typeface="Arial"/>
                <a:ea typeface="Arial"/>
                <a:cs typeface="Arial"/>
              </a:defRPr>
            </a:pPr>
            <a:r>
              <a:rPr sz="2025" b="0">
                <a:solidFill>
                  <a:srgbClr val="244A3D"/>
                </a:solidFill>
                <a:latin typeface="Arial"/>
                <a:ea typeface="Arial"/>
                <a:cs typeface="Arial"/>
              </a:rPr>
              <a:t>Patchwork helps new contributors discover open GitHub issues that match their skills, then shows the signals behind each suggestion.</a:t>
            </a:r>
          </a:p>
        </p:txBody>
      </p:sp>
      <p:sp>
        <p:nvSpPr>
          <p:cNvPr id="4" name="audience-rule">
            <a:extLst xmlns:a="http://schemas.openxmlformats.org/drawingml/2006/main">
              <a:ext uri="{FF2B5EF4-FFF2-40B4-BE49-F238E27FC236}">
                <a16:creationId xmlns:a16="http://schemas.microsoft.com/office/drawing/2014/main" id="{CB5A05C1-7B1F-470E-BD39-5B812150222F}"/>
              </a:ext>
            </a:extLst>
          </p:cNvPr>
          <p:cNvSpPr>
            <a:spLocks xmlns:a="http://schemas.openxmlformats.org/drawingml/2006/main" noGrp="1"/>
          </p:cNvSpPr>
          <p:nvPr/>
        </p:nvSpPr>
        <p:spPr>
          <a:xfrm xmlns:a="http://schemas.openxmlformats.org/drawingml/2006/main">
            <a:off x="8572500" y="3476625"/>
            <a:ext cx="28575" cy="1543050"/>
          </a:xfrm>
          <a:prstGeom xmlns:a="http://schemas.openxmlformats.org/drawingml/2006/main" prst="rect">
            <a:avLst/>
          </a:prstGeom>
          <a:solidFill xmlns:a="http://schemas.openxmlformats.org/drawingml/2006/main">
            <a:srgbClr val="D8844F"/>
          </a:solidFill>
          <a:ln xmlns:a="http://schemas.openxmlformats.org/drawingml/2006/main" w="0">
            <a:noFill/>
            <a:prstDash val="solid"/>
          </a:ln>
        </p:spPr>
      </p:sp>
      <p:sp>
        <p:nvSpPr>
          <p:cNvPr id="5" name="audience-heading">
            <a:extLst xmlns:a="http://schemas.openxmlformats.org/drawingml/2006/main">
              <a:ext uri="{FF2B5EF4-FFF2-40B4-BE49-F238E27FC236}">
                <a16:creationId xmlns:a16="http://schemas.microsoft.com/office/drawing/2014/main" id="{6788C6BA-D147-4C11-B901-CFF1A01ABA2A}"/>
              </a:ext>
            </a:extLst>
          </p:cNvPr>
          <p:cNvSpPr>
            <a:spLocks xmlns:a="http://schemas.openxmlformats.org/drawingml/2006/main" noGrp="1"/>
          </p:cNvSpPr>
          <p:nvPr/>
        </p:nvSpPr>
        <p:spPr>
          <a:xfrm xmlns:a="http://schemas.openxmlformats.org/drawingml/2006/main">
            <a:off x="8858250" y="35147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Who it is for</a:t>
            </a:r>
          </a:p>
        </p:txBody>
      </p:sp>
      <p:sp>
        <p:nvSpPr>
          <p:cNvPr id="6" name="audience-list">
            <a:extLst xmlns:a="http://schemas.openxmlformats.org/drawingml/2006/main">
              <a:ext uri="{FF2B5EF4-FFF2-40B4-BE49-F238E27FC236}">
                <a16:creationId xmlns:a16="http://schemas.microsoft.com/office/drawing/2014/main" id="{981A5645-ED2F-4ED5-ACAE-AB5E8A1029F0}"/>
              </a:ext>
            </a:extLst>
          </p:cNvPr>
          <p:cNvSpPr>
            <a:spLocks xmlns:a="http://schemas.openxmlformats.org/drawingml/2006/main" noGrp="1"/>
          </p:cNvSpPr>
          <p:nvPr/>
        </p:nvSpPr>
        <p:spPr>
          <a:xfrm xmlns:a="http://schemas.openxmlformats.org/drawingml/2006/main">
            <a:off x="8858250" y="4029075"/>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44A3D"/>
                </a:solidFill>
                <a:latin typeface="Arial"/>
                <a:ea typeface="Arial"/>
                <a:cs typeface="Arial"/>
              </a:defRPr>
            </a:defPPr>
            <a:lvl1pPr>
              <a:defRPr sz="1725" b="0">
                <a:solidFill>
                  <a:srgbClr val="244A3D"/>
                </a:solidFill>
                <a:latin typeface="Arial"/>
                <a:ea typeface="Arial"/>
                <a:cs typeface="Arial"/>
              </a:defRPr>
            </a:lvl1pPr>
            <a:lvl2pPr>
              <a:defRPr sz="1725" b="0">
                <a:solidFill>
                  <a:srgbClr val="244A3D"/>
                </a:solidFill>
                <a:latin typeface="Arial"/>
                <a:ea typeface="Arial"/>
                <a:cs typeface="Arial"/>
              </a:defRPr>
            </a:lvl2pPr>
            <a:lvl3pPr>
              <a:defRPr sz="1725" b="0">
                <a:solidFill>
                  <a:srgbClr val="244A3D"/>
                </a:solidFill>
                <a:latin typeface="Arial"/>
                <a:ea typeface="Arial"/>
                <a:cs typeface="Arial"/>
              </a:defRPr>
            </a:lvl3pPr>
            <a:lvl4pPr>
              <a:defRPr sz="1725" b="0">
                <a:solidFill>
                  <a:srgbClr val="244A3D"/>
                </a:solidFill>
                <a:latin typeface="Arial"/>
                <a:ea typeface="Arial"/>
                <a:cs typeface="Arial"/>
              </a:defRPr>
            </a:lvl4pPr>
            <a:lvl5pPr>
              <a:defRPr sz="1725" b="0">
                <a:solidFill>
                  <a:srgbClr val="244A3D"/>
                </a:solidFill>
                <a:latin typeface="Arial"/>
                <a:ea typeface="Arial"/>
                <a:cs typeface="Arial"/>
              </a:defRPr>
            </a:lvl5pPr>
            <a:lvl6pPr>
              <a:defRPr sz="1725" b="0">
                <a:solidFill>
                  <a:srgbClr val="244A3D"/>
                </a:solidFill>
                <a:latin typeface="Arial"/>
                <a:ea typeface="Arial"/>
                <a:cs typeface="Arial"/>
              </a:defRPr>
            </a:lvl6pPr>
            <a:lvl7pPr>
              <a:defRPr sz="1725" b="0">
                <a:solidFill>
                  <a:srgbClr val="244A3D"/>
                </a:solidFill>
                <a:latin typeface="Arial"/>
                <a:ea typeface="Arial"/>
                <a:cs typeface="Arial"/>
              </a:defRPr>
            </a:lvl7pPr>
            <a:lvl8pPr>
              <a:defRPr sz="1725" b="0">
                <a:solidFill>
                  <a:srgbClr val="244A3D"/>
                </a:solidFill>
                <a:latin typeface="Arial"/>
                <a:ea typeface="Arial"/>
                <a:cs typeface="Arial"/>
              </a:defRPr>
            </a:lvl8pPr>
            <a:lvl9pPr>
              <a:defRPr sz="1725" b="0">
                <a:solidFill>
                  <a:srgbClr val="244A3D"/>
                </a:solidFill>
                <a:latin typeface="Arial"/>
                <a:ea typeface="Arial"/>
                <a:cs typeface="Arial"/>
              </a:defRPr>
            </a:lvl9pPr>
          </a:lstStyle>
          <a:p xmlns:a="http://schemas.openxmlformats.org/drawingml/2006/main">
            <a:pPr>
              <a:defRPr sz="1725" b="0">
                <a:solidFill>
                  <a:srgbClr val="244A3D"/>
                </a:solidFill>
                <a:latin typeface="Arial"/>
                <a:ea typeface="Arial"/>
                <a:cs typeface="Arial"/>
              </a:defRPr>
            </a:pPr>
            <a:r>
              <a:rPr sz="1725" b="0">
                <a:solidFill>
                  <a:srgbClr val="244A3D"/>
                </a:solidFill>
                <a:latin typeface="Arial"/>
                <a:ea typeface="Arial"/>
                <a:cs typeface="Arial"/>
              </a:rPr>
              <a:t>Students</a:t>
            </a:r>
          </a:p>
          <a:p xmlns:a="http://schemas.openxmlformats.org/drawingml/2006/main">
            <a:pPr>
              <a:defRPr sz="1725" b="0">
                <a:solidFill>
                  <a:srgbClr val="244A3D"/>
                </a:solidFill>
                <a:latin typeface="Arial"/>
                <a:ea typeface="Arial"/>
                <a:cs typeface="Arial"/>
              </a:defRPr>
            </a:pPr>
            <a:r>
              <a:rPr sz="1725" b="0">
                <a:solidFill>
                  <a:srgbClr val="244A3D"/>
                </a:solidFill>
                <a:latin typeface="Arial"/>
                <a:ea typeface="Arial"/>
                <a:cs typeface="Arial"/>
              </a:rPr>
              <a:t>First-time contributors</a:t>
            </a:r>
          </a:p>
        </p:txBody>
      </p:sp>
      <p:sp>
        <p:nvSpPr>
          <p:cNvPr id="7" name="slide-number-3">
            <a:extLst xmlns:a="http://schemas.openxmlformats.org/drawingml/2006/main">
              <a:ext uri="{FF2B5EF4-FFF2-40B4-BE49-F238E27FC236}">
                <a16:creationId xmlns:a16="http://schemas.microsoft.com/office/drawing/2014/main" id="{556E9600-CEC8-4CA0-B96A-61BE042AF6C1}"/>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5756B"/>
                </a:solidFill>
                <a:latin typeface="Arial"/>
                <a:ea typeface="Arial"/>
                <a:cs typeface="Arial"/>
              </a:defRPr>
            </a:defPPr>
            <a:lvl1pPr>
              <a:defRPr sz="1050" b="1">
                <a:solidFill>
                  <a:srgbClr val="65756B"/>
                </a:solidFill>
                <a:latin typeface="Arial"/>
                <a:ea typeface="Arial"/>
                <a:cs typeface="Arial"/>
              </a:defRPr>
            </a:lvl1pPr>
            <a:lvl2pPr>
              <a:defRPr sz="1050" b="1">
                <a:solidFill>
                  <a:srgbClr val="65756B"/>
                </a:solidFill>
                <a:latin typeface="Arial"/>
                <a:ea typeface="Arial"/>
                <a:cs typeface="Arial"/>
              </a:defRPr>
            </a:lvl2pPr>
            <a:lvl3pPr>
              <a:defRPr sz="1050" b="1">
                <a:solidFill>
                  <a:srgbClr val="65756B"/>
                </a:solidFill>
                <a:latin typeface="Arial"/>
                <a:ea typeface="Arial"/>
                <a:cs typeface="Arial"/>
              </a:defRPr>
            </a:lvl3pPr>
            <a:lvl4pPr>
              <a:defRPr sz="1050" b="1">
                <a:solidFill>
                  <a:srgbClr val="65756B"/>
                </a:solidFill>
                <a:latin typeface="Arial"/>
                <a:ea typeface="Arial"/>
                <a:cs typeface="Arial"/>
              </a:defRPr>
            </a:lvl4pPr>
            <a:lvl5pPr>
              <a:defRPr sz="1050" b="1">
                <a:solidFill>
                  <a:srgbClr val="65756B"/>
                </a:solidFill>
                <a:latin typeface="Arial"/>
                <a:ea typeface="Arial"/>
                <a:cs typeface="Arial"/>
              </a:defRPr>
            </a:lvl5pPr>
            <a:lvl6pPr>
              <a:defRPr sz="1050" b="1">
                <a:solidFill>
                  <a:srgbClr val="65756B"/>
                </a:solidFill>
                <a:latin typeface="Arial"/>
                <a:ea typeface="Arial"/>
                <a:cs typeface="Arial"/>
              </a:defRPr>
            </a:lvl6pPr>
            <a:lvl7pPr>
              <a:defRPr sz="1050" b="1">
                <a:solidFill>
                  <a:srgbClr val="65756B"/>
                </a:solidFill>
                <a:latin typeface="Arial"/>
                <a:ea typeface="Arial"/>
                <a:cs typeface="Arial"/>
              </a:defRPr>
            </a:lvl7pPr>
            <a:lvl8pPr>
              <a:defRPr sz="1050" b="1">
                <a:solidFill>
                  <a:srgbClr val="65756B"/>
                </a:solidFill>
                <a:latin typeface="Arial"/>
                <a:ea typeface="Arial"/>
                <a:cs typeface="Arial"/>
              </a:defRPr>
            </a:lvl8pPr>
            <a:lvl9pPr>
              <a:defRPr sz="1050" b="1">
                <a:solidFill>
                  <a:srgbClr val="65756B"/>
                </a:solidFill>
                <a:latin typeface="Arial"/>
                <a:ea typeface="Arial"/>
                <a:cs typeface="Arial"/>
              </a:defRPr>
            </a:lvl9pPr>
          </a:lstStyle>
          <a:p xmlns:a="http://schemas.openxmlformats.org/drawingml/2006/main">
            <a:pPr>
              <a:defRPr sz="1050" b="1">
                <a:solidFill>
                  <a:srgbClr val="65756B"/>
                </a:solidFill>
                <a:latin typeface="Arial"/>
                <a:ea typeface="Arial"/>
                <a:cs typeface="Arial"/>
              </a:defRPr>
            </a:pPr>
            <a:r>
              <a:rPr sz="1050" b="1">
                <a:solidFill>
                  <a:srgbClr val="65756B"/>
                </a:solidFill>
                <a:latin typeface="Arial"/>
                <a:ea typeface="Arial"/>
                <a:cs typeface="Arial"/>
              </a:rPr>
              <a:t>03 / 08</a:t>
            </a:r>
          </a:p>
        </p:txBody>
      </p:sp>
    </p:spTree>
    <p:extLst>
      <p:ext uri="{BB962C8B-B14F-4D97-AF65-F5344CB8AC3E}">
        <p14:creationId xmlns:p14="http://schemas.microsoft.com/office/powerpoint/2010/main" val="1613783695"/>
      </p:ext>
    </p:extLst>
  </p:cSld>
</p:sld>
</file>

<file path=ppt/slides/slide4.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1" name="flow-title">
            <a:extLst xmlns:a="http://schemas.openxmlformats.org/drawingml/2006/main">
              <a:ext uri="{FF2B5EF4-FFF2-40B4-BE49-F238E27FC236}">
                <a16:creationId xmlns:a16="http://schemas.microsoft.com/office/drawing/2014/main" id="{FAF025B5-FBFE-4AD9-AFA7-7A9544900977}"/>
              </a:ext>
            </a:extLst>
          </p:cNvPr>
          <p:cNvSpPr>
            <a:spLocks xmlns:a="http://schemas.openxmlformats.org/drawingml/2006/main" noGrp="1"/>
          </p:cNvSpPr>
          <p:nvPr/>
        </p:nvSpPr>
        <p:spPr>
          <a:xfrm xmlns:a="http://schemas.openxmlformats.org/drawingml/2006/main">
            <a:off x="800100" y="5905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20332B"/>
                </a:solidFill>
                <a:latin typeface="Arial"/>
                <a:ea typeface="Arial"/>
                <a:cs typeface="Arial"/>
              </a:defRPr>
            </a:defPPr>
            <a:lvl1pPr>
              <a:defRPr sz="3900" b="1">
                <a:solidFill>
                  <a:srgbClr val="20332B"/>
                </a:solidFill>
                <a:latin typeface="Arial"/>
                <a:ea typeface="Arial"/>
                <a:cs typeface="Arial"/>
              </a:defRPr>
            </a:lvl1pPr>
            <a:lvl2pPr>
              <a:defRPr sz="3900" b="1">
                <a:solidFill>
                  <a:srgbClr val="20332B"/>
                </a:solidFill>
                <a:latin typeface="Arial"/>
                <a:ea typeface="Arial"/>
                <a:cs typeface="Arial"/>
              </a:defRPr>
            </a:lvl2pPr>
            <a:lvl3pPr>
              <a:defRPr sz="3900" b="1">
                <a:solidFill>
                  <a:srgbClr val="20332B"/>
                </a:solidFill>
                <a:latin typeface="Arial"/>
                <a:ea typeface="Arial"/>
                <a:cs typeface="Arial"/>
              </a:defRPr>
            </a:lvl3pPr>
            <a:lvl4pPr>
              <a:defRPr sz="3900" b="1">
                <a:solidFill>
                  <a:srgbClr val="20332B"/>
                </a:solidFill>
                <a:latin typeface="Arial"/>
                <a:ea typeface="Arial"/>
                <a:cs typeface="Arial"/>
              </a:defRPr>
            </a:lvl4pPr>
            <a:lvl5pPr>
              <a:defRPr sz="3900" b="1">
                <a:solidFill>
                  <a:srgbClr val="20332B"/>
                </a:solidFill>
                <a:latin typeface="Arial"/>
                <a:ea typeface="Arial"/>
                <a:cs typeface="Arial"/>
              </a:defRPr>
            </a:lvl5pPr>
            <a:lvl6pPr>
              <a:defRPr sz="3900" b="1">
                <a:solidFill>
                  <a:srgbClr val="20332B"/>
                </a:solidFill>
                <a:latin typeface="Arial"/>
                <a:ea typeface="Arial"/>
                <a:cs typeface="Arial"/>
              </a:defRPr>
            </a:lvl6pPr>
            <a:lvl7pPr>
              <a:defRPr sz="3900" b="1">
                <a:solidFill>
                  <a:srgbClr val="20332B"/>
                </a:solidFill>
                <a:latin typeface="Arial"/>
                <a:ea typeface="Arial"/>
                <a:cs typeface="Arial"/>
              </a:defRPr>
            </a:lvl7pPr>
            <a:lvl8pPr>
              <a:defRPr sz="3900" b="1">
                <a:solidFill>
                  <a:srgbClr val="20332B"/>
                </a:solidFill>
                <a:latin typeface="Arial"/>
                <a:ea typeface="Arial"/>
                <a:cs typeface="Arial"/>
              </a:defRPr>
            </a:lvl8pPr>
            <a:lvl9pPr>
              <a:defRPr sz="3900" b="1">
                <a:solidFill>
                  <a:srgbClr val="20332B"/>
                </a:solidFill>
                <a:latin typeface="Arial"/>
                <a:ea typeface="Arial"/>
                <a:cs typeface="Arial"/>
              </a:defRPr>
            </a:lvl9pPr>
          </a:lstStyle>
          <a:p xmlns:a="http://schemas.openxmlformats.org/drawingml/2006/main">
            <a:pPr>
              <a:defRPr sz="3900" b="1">
                <a:solidFill>
                  <a:srgbClr val="20332B"/>
                </a:solidFill>
                <a:latin typeface="Arial"/>
                <a:ea typeface="Arial"/>
                <a:cs typeface="Arial"/>
              </a:defRPr>
            </a:pPr>
            <a:r>
              <a:rPr sz="3900" b="1">
                <a:solidFill>
                  <a:srgbClr val="20332B"/>
                </a:solidFill>
                <a:latin typeface="Arial"/>
                <a:ea typeface="Arial"/>
                <a:cs typeface="Arial"/>
              </a:rPr>
              <a:t>From your skills to a clear next step</a:t>
            </a:r>
          </a:p>
        </p:txBody>
      </p:sp>
      <p:sp>
        <p:nvSpPr>
          <p:cNvPr id="2" name="flow-intro">
            <a:extLst xmlns:a="http://schemas.openxmlformats.org/drawingml/2006/main">
              <a:ext uri="{FF2B5EF4-FFF2-40B4-BE49-F238E27FC236}">
                <a16:creationId xmlns:a16="http://schemas.microsoft.com/office/drawing/2014/main" id="{C7F45A32-93FE-43A1-8D49-50568AF9D5BB}"/>
              </a:ext>
            </a:extLst>
          </p:cNvPr>
          <p:cNvSpPr>
            <a:spLocks xmlns:a="http://schemas.openxmlformats.org/drawingml/2006/main" noGrp="1"/>
          </p:cNvSpPr>
          <p:nvPr/>
        </p:nvSpPr>
        <p:spPr>
          <a:xfrm xmlns:a="http://schemas.openxmlformats.org/drawingml/2006/main">
            <a:off x="838200" y="13716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5756B"/>
                </a:solidFill>
                <a:latin typeface="Arial"/>
                <a:ea typeface="Arial"/>
                <a:cs typeface="Arial"/>
              </a:defRPr>
            </a:defPPr>
            <a:lvl1pPr>
              <a:defRPr sz="1800" b="0">
                <a:solidFill>
                  <a:srgbClr val="65756B"/>
                </a:solidFill>
                <a:latin typeface="Arial"/>
                <a:ea typeface="Arial"/>
                <a:cs typeface="Arial"/>
              </a:defRPr>
            </a:lvl1pPr>
            <a:lvl2pPr>
              <a:defRPr sz="1800" b="0">
                <a:solidFill>
                  <a:srgbClr val="65756B"/>
                </a:solidFill>
                <a:latin typeface="Arial"/>
                <a:ea typeface="Arial"/>
                <a:cs typeface="Arial"/>
              </a:defRPr>
            </a:lvl2pPr>
            <a:lvl3pPr>
              <a:defRPr sz="1800" b="0">
                <a:solidFill>
                  <a:srgbClr val="65756B"/>
                </a:solidFill>
                <a:latin typeface="Arial"/>
                <a:ea typeface="Arial"/>
                <a:cs typeface="Arial"/>
              </a:defRPr>
            </a:lvl3pPr>
            <a:lvl4pPr>
              <a:defRPr sz="1800" b="0">
                <a:solidFill>
                  <a:srgbClr val="65756B"/>
                </a:solidFill>
                <a:latin typeface="Arial"/>
                <a:ea typeface="Arial"/>
                <a:cs typeface="Arial"/>
              </a:defRPr>
            </a:lvl4pPr>
            <a:lvl5pPr>
              <a:defRPr sz="1800" b="0">
                <a:solidFill>
                  <a:srgbClr val="65756B"/>
                </a:solidFill>
                <a:latin typeface="Arial"/>
                <a:ea typeface="Arial"/>
                <a:cs typeface="Arial"/>
              </a:defRPr>
            </a:lvl5pPr>
            <a:lvl6pPr>
              <a:defRPr sz="1800" b="0">
                <a:solidFill>
                  <a:srgbClr val="65756B"/>
                </a:solidFill>
                <a:latin typeface="Arial"/>
                <a:ea typeface="Arial"/>
                <a:cs typeface="Arial"/>
              </a:defRPr>
            </a:lvl6pPr>
            <a:lvl7pPr>
              <a:defRPr sz="1800" b="0">
                <a:solidFill>
                  <a:srgbClr val="65756B"/>
                </a:solidFill>
                <a:latin typeface="Arial"/>
                <a:ea typeface="Arial"/>
                <a:cs typeface="Arial"/>
              </a:defRPr>
            </a:lvl7pPr>
            <a:lvl8pPr>
              <a:defRPr sz="1800" b="0">
                <a:solidFill>
                  <a:srgbClr val="65756B"/>
                </a:solidFill>
                <a:latin typeface="Arial"/>
                <a:ea typeface="Arial"/>
                <a:cs typeface="Arial"/>
              </a:defRPr>
            </a:lvl8pPr>
            <a:lvl9pPr>
              <a:defRPr sz="1800" b="0">
                <a:solidFill>
                  <a:srgbClr val="65756B"/>
                </a:solidFill>
                <a:latin typeface="Arial"/>
                <a:ea typeface="Arial"/>
                <a:cs typeface="Arial"/>
              </a:defRPr>
            </a:lvl9pPr>
          </a:lstStyle>
          <a:p xmlns:a="http://schemas.openxmlformats.org/drawingml/2006/main">
            <a:pPr>
              <a:defRPr sz="1800" b="0">
                <a:solidFill>
                  <a:srgbClr val="65756B"/>
                </a:solidFill>
                <a:latin typeface="Arial"/>
                <a:ea typeface="Arial"/>
                <a:cs typeface="Arial"/>
              </a:defRPr>
            </a:pPr>
            <a:r>
              <a:rPr sz="1800" b="0">
                <a:solidFill>
                  <a:srgbClr val="65756B"/>
                </a:solidFill>
                <a:latin typeface="Arial"/>
                <a:ea typeface="Arial"/>
                <a:cs typeface="Arial"/>
              </a:rPr>
              <a:t>A short path from searching to checking an issue at its source.</a:t>
            </a:r>
          </a:p>
        </p:txBody>
      </p:sp>
      <p:sp>
        <p:nvSpPr>
          <p:cNvPr id="3" name="flow-connector">
            <a:extLst xmlns:a="http://schemas.openxmlformats.org/drawingml/2006/main">
              <a:ext uri="{FF2B5EF4-FFF2-40B4-BE49-F238E27FC236}">
                <a16:creationId xmlns:a16="http://schemas.microsoft.com/office/drawing/2014/main" id="{CBEEF767-5050-406A-97C5-61E5E8A282B6}"/>
              </a:ext>
            </a:extLst>
          </p:cNvPr>
          <p:cNvSpPr>
            <a:spLocks xmlns:a="http://schemas.openxmlformats.org/drawingml/2006/main" noGrp="1"/>
          </p:cNvSpPr>
          <p:nvPr/>
        </p:nvSpPr>
        <p:spPr>
          <a:xfrm xmlns:a="http://schemas.openxmlformats.org/drawingml/2006/main">
            <a:off x="1143000" y="2324100"/>
            <a:ext cx="99060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4" name="flow-node-1">
            <a:extLst xmlns:a="http://schemas.openxmlformats.org/drawingml/2006/main">
              <a:ext uri="{FF2B5EF4-FFF2-40B4-BE49-F238E27FC236}">
                <a16:creationId xmlns:a16="http://schemas.microsoft.com/office/drawing/2014/main" id="{90DEE960-6953-49EA-ABDF-6A7FF06B7B16}"/>
              </a:ext>
            </a:extLst>
          </p:cNvPr>
          <p:cNvSpPr>
            <a:spLocks xmlns:a="http://schemas.openxmlformats.org/drawingml/2006/main" noGrp="1"/>
          </p:cNvSpPr>
          <p:nvPr/>
        </p:nvSpPr>
        <p:spPr>
          <a:xfrm xmlns:a="http://schemas.openxmlformats.org/drawingml/2006/main">
            <a:off x="914400" y="2247900"/>
            <a:ext cx="171450" cy="171450"/>
          </a:xfrm>
          <a:prstGeom xmlns:a="http://schemas.openxmlformats.org/drawingml/2006/main" prst="rect">
            <a:avLst/>
          </a:prstGeom>
          <a:solidFill xmlns:a="http://schemas.openxmlformats.org/drawingml/2006/main">
            <a:srgbClr val="D8844F"/>
          </a:solidFill>
          <a:ln xmlns:a="http://schemas.openxmlformats.org/drawingml/2006/main" w="0">
            <a:noFill/>
            <a:prstDash val="solid"/>
          </a:ln>
        </p:spPr>
      </p:sp>
      <p:sp>
        <p:nvSpPr>
          <p:cNvPr id="5" name="flow-number-1">
            <a:extLst xmlns:a="http://schemas.openxmlformats.org/drawingml/2006/main">
              <a:ext uri="{FF2B5EF4-FFF2-40B4-BE49-F238E27FC236}">
                <a16:creationId xmlns:a16="http://schemas.microsoft.com/office/drawing/2014/main" id="{356C50FF-07CD-4477-AE37-BF5D0AC7DCE7}"/>
              </a:ext>
            </a:extLst>
          </p:cNvPr>
          <p:cNvSpPr>
            <a:spLocks xmlns:a="http://schemas.openxmlformats.org/drawingml/2006/main" noGrp="1"/>
          </p:cNvSpPr>
          <p:nvPr/>
        </p:nvSpPr>
        <p:spPr>
          <a:xfrm xmlns:a="http://schemas.openxmlformats.org/drawingml/2006/main">
            <a:off x="876300" y="18097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01</a:t>
            </a:r>
          </a:p>
        </p:txBody>
      </p:sp>
      <p:sp>
        <p:nvSpPr>
          <p:cNvPr id="6" name="flow-heading-1">
            <a:extLst xmlns:a="http://schemas.openxmlformats.org/drawingml/2006/main">
              <a:ext uri="{FF2B5EF4-FFF2-40B4-BE49-F238E27FC236}">
                <a16:creationId xmlns:a16="http://schemas.microsoft.com/office/drawing/2014/main" id="{3C20A2EB-9D7D-4F31-9EB8-00420DB50A10}"/>
              </a:ext>
            </a:extLst>
          </p:cNvPr>
          <p:cNvSpPr>
            <a:spLocks xmlns:a="http://schemas.openxmlformats.org/drawingml/2006/main" noGrp="1"/>
          </p:cNvSpPr>
          <p:nvPr/>
        </p:nvSpPr>
        <p:spPr>
          <a:xfrm xmlns:a="http://schemas.openxmlformats.org/drawingml/2006/main">
            <a:off x="876300" y="2724150"/>
            <a:ext cx="2343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Set your filters</a:t>
            </a:r>
          </a:p>
        </p:txBody>
      </p:sp>
      <p:sp>
        <p:nvSpPr>
          <p:cNvPr id="7" name="flow-body-1">
            <a:extLst xmlns:a="http://schemas.openxmlformats.org/drawingml/2006/main">
              <a:ext uri="{FF2B5EF4-FFF2-40B4-BE49-F238E27FC236}">
                <a16:creationId xmlns:a16="http://schemas.microsoft.com/office/drawing/2014/main" id="{B35BA0E3-52DE-47AE-B7F0-C0D3EDC2E117}"/>
              </a:ext>
            </a:extLst>
          </p:cNvPr>
          <p:cNvSpPr>
            <a:spLocks xmlns:a="http://schemas.openxmlformats.org/drawingml/2006/main" noGrp="1"/>
          </p:cNvSpPr>
          <p:nvPr/>
        </p:nvSpPr>
        <p:spPr>
          <a:xfrm xmlns:a="http://schemas.openxmlformats.org/drawingml/2006/main">
            <a:off x="876300" y="3371850"/>
            <a:ext cx="23431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5756B"/>
                </a:solidFill>
                <a:latin typeface="Arial"/>
                <a:ea typeface="Arial"/>
                <a:cs typeface="Arial"/>
              </a:defRPr>
            </a:defPPr>
            <a:lvl1pPr>
              <a:defRPr sz="1500" b="0">
                <a:solidFill>
                  <a:srgbClr val="65756B"/>
                </a:solidFill>
                <a:latin typeface="Arial"/>
                <a:ea typeface="Arial"/>
                <a:cs typeface="Arial"/>
              </a:defRPr>
            </a:lvl1pPr>
            <a:lvl2pPr>
              <a:defRPr sz="1500" b="0">
                <a:solidFill>
                  <a:srgbClr val="65756B"/>
                </a:solidFill>
                <a:latin typeface="Arial"/>
                <a:ea typeface="Arial"/>
                <a:cs typeface="Arial"/>
              </a:defRPr>
            </a:lvl2pPr>
            <a:lvl3pPr>
              <a:defRPr sz="1500" b="0">
                <a:solidFill>
                  <a:srgbClr val="65756B"/>
                </a:solidFill>
                <a:latin typeface="Arial"/>
                <a:ea typeface="Arial"/>
                <a:cs typeface="Arial"/>
              </a:defRPr>
            </a:lvl3pPr>
            <a:lvl4pPr>
              <a:defRPr sz="1500" b="0">
                <a:solidFill>
                  <a:srgbClr val="65756B"/>
                </a:solidFill>
                <a:latin typeface="Arial"/>
                <a:ea typeface="Arial"/>
                <a:cs typeface="Arial"/>
              </a:defRPr>
            </a:lvl4pPr>
            <a:lvl5pPr>
              <a:defRPr sz="1500" b="0">
                <a:solidFill>
                  <a:srgbClr val="65756B"/>
                </a:solidFill>
                <a:latin typeface="Arial"/>
                <a:ea typeface="Arial"/>
                <a:cs typeface="Arial"/>
              </a:defRPr>
            </a:lvl5pPr>
            <a:lvl6pPr>
              <a:defRPr sz="1500" b="0">
                <a:solidFill>
                  <a:srgbClr val="65756B"/>
                </a:solidFill>
                <a:latin typeface="Arial"/>
                <a:ea typeface="Arial"/>
                <a:cs typeface="Arial"/>
              </a:defRPr>
            </a:lvl6pPr>
            <a:lvl7pPr>
              <a:defRPr sz="1500" b="0">
                <a:solidFill>
                  <a:srgbClr val="65756B"/>
                </a:solidFill>
                <a:latin typeface="Arial"/>
                <a:ea typeface="Arial"/>
                <a:cs typeface="Arial"/>
              </a:defRPr>
            </a:lvl7pPr>
            <a:lvl8pPr>
              <a:defRPr sz="1500" b="0">
                <a:solidFill>
                  <a:srgbClr val="65756B"/>
                </a:solidFill>
                <a:latin typeface="Arial"/>
                <a:ea typeface="Arial"/>
                <a:cs typeface="Arial"/>
              </a:defRPr>
            </a:lvl8pPr>
            <a:lvl9pPr>
              <a:defRPr sz="1500" b="0">
                <a:solidFill>
                  <a:srgbClr val="65756B"/>
                </a:solidFill>
                <a:latin typeface="Arial"/>
                <a:ea typeface="Arial"/>
                <a:cs typeface="Arial"/>
              </a:defRPr>
            </a:lvl9pPr>
          </a:lstStyle>
          <a:p xmlns:a="http://schemas.openxmlformats.org/drawingml/2006/main">
            <a:pPr>
              <a:defRPr sz="1500" b="0">
                <a:solidFill>
                  <a:srgbClr val="65756B"/>
                </a:solidFill>
                <a:latin typeface="Arial"/>
                <a:ea typeface="Arial"/>
                <a:cs typeface="Arial"/>
              </a:defRPr>
            </a:pPr>
            <a:r>
              <a:rPr sz="1500" b="0">
                <a:solidFill>
                  <a:srgbClr val="65756B"/>
                </a:solidFill>
                <a:latin typeface="Arial"/>
                <a:ea typeface="Arial"/>
                <a:cs typeface="Arial"/>
              </a:rPr>
              <a:t>Choose a language, skills, experience level and how recent issues should be.</a:t>
            </a:r>
          </a:p>
        </p:txBody>
      </p:sp>
      <p:sp>
        <p:nvSpPr>
          <p:cNvPr id="8" name="flow-node-2">
            <a:extLst xmlns:a="http://schemas.openxmlformats.org/drawingml/2006/main">
              <a:ext uri="{FF2B5EF4-FFF2-40B4-BE49-F238E27FC236}">
                <a16:creationId xmlns:a16="http://schemas.microsoft.com/office/drawing/2014/main" id="{A30F2A17-DE0E-4BA5-B0D4-D6306B14DE26}"/>
              </a:ext>
            </a:extLst>
          </p:cNvPr>
          <p:cNvSpPr>
            <a:spLocks xmlns:a="http://schemas.openxmlformats.org/drawingml/2006/main" noGrp="1"/>
          </p:cNvSpPr>
          <p:nvPr/>
        </p:nvSpPr>
        <p:spPr>
          <a:xfrm xmlns:a="http://schemas.openxmlformats.org/drawingml/2006/main">
            <a:off x="3619500" y="2247900"/>
            <a:ext cx="171450" cy="171450"/>
          </a:xfrm>
          <a:prstGeom xmlns:a="http://schemas.openxmlformats.org/drawingml/2006/main" prst="rect">
            <a:avLst/>
          </a:prstGeom>
          <a:solidFill xmlns:a="http://schemas.openxmlformats.org/drawingml/2006/main">
            <a:srgbClr val="D8844F"/>
          </a:solidFill>
          <a:ln xmlns:a="http://schemas.openxmlformats.org/drawingml/2006/main" w="0">
            <a:noFill/>
            <a:prstDash val="solid"/>
          </a:ln>
        </p:spPr>
      </p:sp>
      <p:sp>
        <p:nvSpPr>
          <p:cNvPr id="9" name="flow-number-2">
            <a:extLst xmlns:a="http://schemas.openxmlformats.org/drawingml/2006/main">
              <a:ext uri="{FF2B5EF4-FFF2-40B4-BE49-F238E27FC236}">
                <a16:creationId xmlns:a16="http://schemas.microsoft.com/office/drawing/2014/main" id="{14467AD8-81A0-4732-A40F-F0DB8FADDB06}"/>
              </a:ext>
            </a:extLst>
          </p:cNvPr>
          <p:cNvSpPr>
            <a:spLocks xmlns:a="http://schemas.openxmlformats.org/drawingml/2006/main" noGrp="1"/>
          </p:cNvSpPr>
          <p:nvPr/>
        </p:nvSpPr>
        <p:spPr>
          <a:xfrm xmlns:a="http://schemas.openxmlformats.org/drawingml/2006/main">
            <a:off x="3581400" y="18097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02</a:t>
            </a:r>
          </a:p>
        </p:txBody>
      </p:sp>
      <p:sp>
        <p:nvSpPr>
          <p:cNvPr id="10" name="flow-heading-2">
            <a:extLst xmlns:a="http://schemas.openxmlformats.org/drawingml/2006/main">
              <a:ext uri="{FF2B5EF4-FFF2-40B4-BE49-F238E27FC236}">
                <a16:creationId xmlns:a16="http://schemas.microsoft.com/office/drawing/2014/main" id="{0D61AD6F-1CF2-4145-87F3-E701344EF405}"/>
              </a:ext>
            </a:extLst>
          </p:cNvPr>
          <p:cNvSpPr>
            <a:spLocks xmlns:a="http://schemas.openxmlformats.org/drawingml/2006/main" noGrp="1"/>
          </p:cNvSpPr>
          <p:nvPr/>
        </p:nvSpPr>
        <p:spPr>
          <a:xfrm xmlns:a="http://schemas.openxmlformats.org/drawingml/2006/main">
            <a:off x="3581400" y="2724150"/>
            <a:ext cx="2343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Search GitHub</a:t>
            </a:r>
          </a:p>
        </p:txBody>
      </p:sp>
      <p:sp>
        <p:nvSpPr>
          <p:cNvPr id="11" name="flow-body-2">
            <a:extLst xmlns:a="http://schemas.openxmlformats.org/drawingml/2006/main">
              <a:ext uri="{FF2B5EF4-FFF2-40B4-BE49-F238E27FC236}">
                <a16:creationId xmlns:a16="http://schemas.microsoft.com/office/drawing/2014/main" id="{D76341F3-3131-4DA3-8F0F-62DD056D8D19}"/>
              </a:ext>
            </a:extLst>
          </p:cNvPr>
          <p:cNvSpPr>
            <a:spLocks xmlns:a="http://schemas.openxmlformats.org/drawingml/2006/main" noGrp="1"/>
          </p:cNvSpPr>
          <p:nvPr/>
        </p:nvSpPr>
        <p:spPr>
          <a:xfrm xmlns:a="http://schemas.openxmlformats.org/drawingml/2006/main">
            <a:off x="3581400" y="3371850"/>
            <a:ext cx="23431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5756B"/>
                </a:solidFill>
                <a:latin typeface="Arial"/>
                <a:ea typeface="Arial"/>
                <a:cs typeface="Arial"/>
              </a:defRPr>
            </a:defPPr>
            <a:lvl1pPr>
              <a:defRPr sz="1500" b="0">
                <a:solidFill>
                  <a:srgbClr val="65756B"/>
                </a:solidFill>
                <a:latin typeface="Arial"/>
                <a:ea typeface="Arial"/>
                <a:cs typeface="Arial"/>
              </a:defRPr>
            </a:lvl1pPr>
            <a:lvl2pPr>
              <a:defRPr sz="1500" b="0">
                <a:solidFill>
                  <a:srgbClr val="65756B"/>
                </a:solidFill>
                <a:latin typeface="Arial"/>
                <a:ea typeface="Arial"/>
                <a:cs typeface="Arial"/>
              </a:defRPr>
            </a:lvl2pPr>
            <a:lvl3pPr>
              <a:defRPr sz="1500" b="0">
                <a:solidFill>
                  <a:srgbClr val="65756B"/>
                </a:solidFill>
                <a:latin typeface="Arial"/>
                <a:ea typeface="Arial"/>
                <a:cs typeface="Arial"/>
              </a:defRPr>
            </a:lvl3pPr>
            <a:lvl4pPr>
              <a:defRPr sz="1500" b="0">
                <a:solidFill>
                  <a:srgbClr val="65756B"/>
                </a:solidFill>
                <a:latin typeface="Arial"/>
                <a:ea typeface="Arial"/>
                <a:cs typeface="Arial"/>
              </a:defRPr>
            </a:lvl4pPr>
            <a:lvl5pPr>
              <a:defRPr sz="1500" b="0">
                <a:solidFill>
                  <a:srgbClr val="65756B"/>
                </a:solidFill>
                <a:latin typeface="Arial"/>
                <a:ea typeface="Arial"/>
                <a:cs typeface="Arial"/>
              </a:defRPr>
            </a:lvl5pPr>
            <a:lvl6pPr>
              <a:defRPr sz="1500" b="0">
                <a:solidFill>
                  <a:srgbClr val="65756B"/>
                </a:solidFill>
                <a:latin typeface="Arial"/>
                <a:ea typeface="Arial"/>
                <a:cs typeface="Arial"/>
              </a:defRPr>
            </a:lvl6pPr>
            <a:lvl7pPr>
              <a:defRPr sz="1500" b="0">
                <a:solidFill>
                  <a:srgbClr val="65756B"/>
                </a:solidFill>
                <a:latin typeface="Arial"/>
                <a:ea typeface="Arial"/>
                <a:cs typeface="Arial"/>
              </a:defRPr>
            </a:lvl7pPr>
            <a:lvl8pPr>
              <a:defRPr sz="1500" b="0">
                <a:solidFill>
                  <a:srgbClr val="65756B"/>
                </a:solidFill>
                <a:latin typeface="Arial"/>
                <a:ea typeface="Arial"/>
                <a:cs typeface="Arial"/>
              </a:defRPr>
            </a:lvl8pPr>
            <a:lvl9pPr>
              <a:defRPr sz="1500" b="0">
                <a:solidFill>
                  <a:srgbClr val="65756B"/>
                </a:solidFill>
                <a:latin typeface="Arial"/>
                <a:ea typeface="Arial"/>
                <a:cs typeface="Arial"/>
              </a:defRPr>
            </a:lvl9pPr>
          </a:lstStyle>
          <a:p xmlns:a="http://schemas.openxmlformats.org/drawingml/2006/main">
            <a:pPr>
              <a:defRPr sz="1500" b="0">
                <a:solidFill>
                  <a:srgbClr val="65756B"/>
                </a:solidFill>
                <a:latin typeface="Arial"/>
                <a:ea typeface="Arial"/>
                <a:cs typeface="Arial"/>
              </a:defRPr>
            </a:pPr>
            <a:r>
              <a:rPr sz="1500" b="0">
                <a:solidFill>
                  <a:srgbClr val="65756B"/>
                </a:solidFill>
                <a:latin typeface="Arial"/>
                <a:ea typeface="Arial"/>
                <a:cs typeface="Arial"/>
              </a:rPr>
              <a:t>The server looks for open issues and removes pull requests and assigned work.</a:t>
            </a:r>
          </a:p>
        </p:txBody>
      </p:sp>
      <p:sp>
        <p:nvSpPr>
          <p:cNvPr id="12" name="flow-node-3">
            <a:extLst xmlns:a="http://schemas.openxmlformats.org/drawingml/2006/main">
              <a:ext uri="{FF2B5EF4-FFF2-40B4-BE49-F238E27FC236}">
                <a16:creationId xmlns:a16="http://schemas.microsoft.com/office/drawing/2014/main" id="{E89CCCCD-E049-4B15-9466-43424227716E}"/>
              </a:ext>
            </a:extLst>
          </p:cNvPr>
          <p:cNvSpPr>
            <a:spLocks xmlns:a="http://schemas.openxmlformats.org/drawingml/2006/main" noGrp="1"/>
          </p:cNvSpPr>
          <p:nvPr/>
        </p:nvSpPr>
        <p:spPr>
          <a:xfrm xmlns:a="http://schemas.openxmlformats.org/drawingml/2006/main">
            <a:off x="6324600" y="2247900"/>
            <a:ext cx="171450" cy="171450"/>
          </a:xfrm>
          <a:prstGeom xmlns:a="http://schemas.openxmlformats.org/drawingml/2006/main" prst="rect">
            <a:avLst/>
          </a:prstGeom>
          <a:solidFill xmlns:a="http://schemas.openxmlformats.org/drawingml/2006/main">
            <a:srgbClr val="D8844F"/>
          </a:solidFill>
          <a:ln xmlns:a="http://schemas.openxmlformats.org/drawingml/2006/main" w="0">
            <a:noFill/>
            <a:prstDash val="solid"/>
          </a:ln>
        </p:spPr>
      </p:sp>
      <p:sp>
        <p:nvSpPr>
          <p:cNvPr id="13" name="flow-number-3">
            <a:extLst xmlns:a="http://schemas.openxmlformats.org/drawingml/2006/main">
              <a:ext uri="{FF2B5EF4-FFF2-40B4-BE49-F238E27FC236}">
                <a16:creationId xmlns:a16="http://schemas.microsoft.com/office/drawing/2014/main" id="{66CB992B-374E-44FF-B12D-7ACDC57176E7}"/>
              </a:ext>
            </a:extLst>
          </p:cNvPr>
          <p:cNvSpPr>
            <a:spLocks xmlns:a="http://schemas.openxmlformats.org/drawingml/2006/main" noGrp="1"/>
          </p:cNvSpPr>
          <p:nvPr/>
        </p:nvSpPr>
        <p:spPr>
          <a:xfrm xmlns:a="http://schemas.openxmlformats.org/drawingml/2006/main">
            <a:off x="6286500" y="18097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03</a:t>
            </a:r>
          </a:p>
        </p:txBody>
      </p:sp>
      <p:sp>
        <p:nvSpPr>
          <p:cNvPr id="14" name="flow-heading-3">
            <a:extLst xmlns:a="http://schemas.openxmlformats.org/drawingml/2006/main">
              <a:ext uri="{FF2B5EF4-FFF2-40B4-BE49-F238E27FC236}">
                <a16:creationId xmlns:a16="http://schemas.microsoft.com/office/drawing/2014/main" id="{17832D0F-9EF3-4431-BADC-7CDCC6BDE590}"/>
              </a:ext>
            </a:extLst>
          </p:cNvPr>
          <p:cNvSpPr>
            <a:spLocks xmlns:a="http://schemas.openxmlformats.org/drawingml/2006/main" noGrp="1"/>
          </p:cNvSpPr>
          <p:nvPr/>
        </p:nvSpPr>
        <p:spPr>
          <a:xfrm xmlns:a="http://schemas.openxmlformats.org/drawingml/2006/main">
            <a:off x="6286500" y="2724150"/>
            <a:ext cx="2343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Read the fit</a:t>
            </a:r>
          </a:p>
        </p:txBody>
      </p:sp>
      <p:sp>
        <p:nvSpPr>
          <p:cNvPr id="15" name="flow-body-3">
            <a:extLst xmlns:a="http://schemas.openxmlformats.org/drawingml/2006/main">
              <a:ext uri="{FF2B5EF4-FFF2-40B4-BE49-F238E27FC236}">
                <a16:creationId xmlns:a16="http://schemas.microsoft.com/office/drawing/2014/main" id="{F13A6932-DDE3-4E9D-BCAC-6394882DE9B5}"/>
              </a:ext>
            </a:extLst>
          </p:cNvPr>
          <p:cNvSpPr>
            <a:spLocks xmlns:a="http://schemas.openxmlformats.org/drawingml/2006/main" noGrp="1"/>
          </p:cNvSpPr>
          <p:nvPr/>
        </p:nvSpPr>
        <p:spPr>
          <a:xfrm xmlns:a="http://schemas.openxmlformats.org/drawingml/2006/main">
            <a:off x="6286500" y="3371850"/>
            <a:ext cx="23431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5756B"/>
                </a:solidFill>
                <a:latin typeface="Arial"/>
                <a:ea typeface="Arial"/>
                <a:cs typeface="Arial"/>
              </a:defRPr>
            </a:defPPr>
            <a:lvl1pPr>
              <a:defRPr sz="1500" b="0">
                <a:solidFill>
                  <a:srgbClr val="65756B"/>
                </a:solidFill>
                <a:latin typeface="Arial"/>
                <a:ea typeface="Arial"/>
                <a:cs typeface="Arial"/>
              </a:defRPr>
            </a:lvl1pPr>
            <a:lvl2pPr>
              <a:defRPr sz="1500" b="0">
                <a:solidFill>
                  <a:srgbClr val="65756B"/>
                </a:solidFill>
                <a:latin typeface="Arial"/>
                <a:ea typeface="Arial"/>
                <a:cs typeface="Arial"/>
              </a:defRPr>
            </a:lvl2pPr>
            <a:lvl3pPr>
              <a:defRPr sz="1500" b="0">
                <a:solidFill>
                  <a:srgbClr val="65756B"/>
                </a:solidFill>
                <a:latin typeface="Arial"/>
                <a:ea typeface="Arial"/>
                <a:cs typeface="Arial"/>
              </a:defRPr>
            </a:lvl3pPr>
            <a:lvl4pPr>
              <a:defRPr sz="1500" b="0">
                <a:solidFill>
                  <a:srgbClr val="65756B"/>
                </a:solidFill>
                <a:latin typeface="Arial"/>
                <a:ea typeface="Arial"/>
                <a:cs typeface="Arial"/>
              </a:defRPr>
            </a:lvl4pPr>
            <a:lvl5pPr>
              <a:defRPr sz="1500" b="0">
                <a:solidFill>
                  <a:srgbClr val="65756B"/>
                </a:solidFill>
                <a:latin typeface="Arial"/>
                <a:ea typeface="Arial"/>
                <a:cs typeface="Arial"/>
              </a:defRPr>
            </a:lvl5pPr>
            <a:lvl6pPr>
              <a:defRPr sz="1500" b="0">
                <a:solidFill>
                  <a:srgbClr val="65756B"/>
                </a:solidFill>
                <a:latin typeface="Arial"/>
                <a:ea typeface="Arial"/>
                <a:cs typeface="Arial"/>
              </a:defRPr>
            </a:lvl6pPr>
            <a:lvl7pPr>
              <a:defRPr sz="1500" b="0">
                <a:solidFill>
                  <a:srgbClr val="65756B"/>
                </a:solidFill>
                <a:latin typeface="Arial"/>
                <a:ea typeface="Arial"/>
                <a:cs typeface="Arial"/>
              </a:defRPr>
            </a:lvl7pPr>
            <a:lvl8pPr>
              <a:defRPr sz="1500" b="0">
                <a:solidFill>
                  <a:srgbClr val="65756B"/>
                </a:solidFill>
                <a:latin typeface="Arial"/>
                <a:ea typeface="Arial"/>
                <a:cs typeface="Arial"/>
              </a:defRPr>
            </a:lvl8pPr>
            <a:lvl9pPr>
              <a:defRPr sz="1500" b="0">
                <a:solidFill>
                  <a:srgbClr val="65756B"/>
                </a:solidFill>
                <a:latin typeface="Arial"/>
                <a:ea typeface="Arial"/>
                <a:cs typeface="Arial"/>
              </a:defRPr>
            </a:lvl9pPr>
          </a:lstStyle>
          <a:p xmlns:a="http://schemas.openxmlformats.org/drawingml/2006/main">
            <a:pPr>
              <a:defRPr sz="1500" b="0">
                <a:solidFill>
                  <a:srgbClr val="65756B"/>
                </a:solidFill>
                <a:latin typeface="Arial"/>
                <a:ea typeface="Arial"/>
                <a:cs typeface="Arial"/>
              </a:defRPr>
            </a:pPr>
            <a:r>
              <a:rPr sz="1500" b="0">
                <a:solidFill>
                  <a:srgbClr val="65756B"/>
                </a:solidFill>
                <a:latin typeface="Arial"/>
                <a:ea typeface="Arial"/>
                <a:cs typeface="Arial"/>
              </a:rPr>
              <a:t>Results are ranked by skill matches, beginner labels and recent activity.</a:t>
            </a:r>
          </a:p>
        </p:txBody>
      </p:sp>
      <p:sp>
        <p:nvSpPr>
          <p:cNvPr id="16" name="flow-node-4">
            <a:extLst xmlns:a="http://schemas.openxmlformats.org/drawingml/2006/main">
              <a:ext uri="{FF2B5EF4-FFF2-40B4-BE49-F238E27FC236}">
                <a16:creationId xmlns:a16="http://schemas.microsoft.com/office/drawing/2014/main" id="{4DED38DC-36FD-4EE9-9B07-D652F88CBA28}"/>
              </a:ext>
            </a:extLst>
          </p:cNvPr>
          <p:cNvSpPr>
            <a:spLocks xmlns:a="http://schemas.openxmlformats.org/drawingml/2006/main" noGrp="1"/>
          </p:cNvSpPr>
          <p:nvPr/>
        </p:nvSpPr>
        <p:spPr>
          <a:xfrm xmlns:a="http://schemas.openxmlformats.org/drawingml/2006/main">
            <a:off x="9029700" y="2247900"/>
            <a:ext cx="171450" cy="171450"/>
          </a:xfrm>
          <a:prstGeom xmlns:a="http://schemas.openxmlformats.org/drawingml/2006/main" prst="rect">
            <a:avLst/>
          </a:prstGeom>
          <a:solidFill xmlns:a="http://schemas.openxmlformats.org/drawingml/2006/main">
            <a:srgbClr val="D8844F"/>
          </a:solidFill>
          <a:ln xmlns:a="http://schemas.openxmlformats.org/drawingml/2006/main" w="0">
            <a:noFill/>
            <a:prstDash val="solid"/>
          </a:ln>
        </p:spPr>
      </p:sp>
      <p:sp>
        <p:nvSpPr>
          <p:cNvPr id="17" name="flow-number-4">
            <a:extLst xmlns:a="http://schemas.openxmlformats.org/drawingml/2006/main">
              <a:ext uri="{FF2B5EF4-FFF2-40B4-BE49-F238E27FC236}">
                <a16:creationId xmlns:a16="http://schemas.microsoft.com/office/drawing/2014/main" id="{ADC6CBBA-FBBF-43A5-8939-09C42036FAF2}"/>
              </a:ext>
            </a:extLst>
          </p:cNvPr>
          <p:cNvSpPr>
            <a:spLocks xmlns:a="http://schemas.openxmlformats.org/drawingml/2006/main" noGrp="1"/>
          </p:cNvSpPr>
          <p:nvPr/>
        </p:nvSpPr>
        <p:spPr>
          <a:xfrm xmlns:a="http://schemas.openxmlformats.org/drawingml/2006/main">
            <a:off x="8991600" y="18097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04</a:t>
            </a:r>
          </a:p>
        </p:txBody>
      </p:sp>
      <p:sp>
        <p:nvSpPr>
          <p:cNvPr id="18" name="flow-heading-4">
            <a:extLst xmlns:a="http://schemas.openxmlformats.org/drawingml/2006/main">
              <a:ext uri="{FF2B5EF4-FFF2-40B4-BE49-F238E27FC236}">
                <a16:creationId xmlns:a16="http://schemas.microsoft.com/office/drawing/2014/main" id="{40F38A49-89E1-4041-AF02-5BF82AE9E015}"/>
              </a:ext>
            </a:extLst>
          </p:cNvPr>
          <p:cNvSpPr>
            <a:spLocks xmlns:a="http://schemas.openxmlformats.org/drawingml/2006/main" noGrp="1"/>
          </p:cNvSpPr>
          <p:nvPr/>
        </p:nvSpPr>
        <p:spPr>
          <a:xfrm xmlns:a="http://schemas.openxmlformats.org/drawingml/2006/main">
            <a:off x="8991600" y="2724150"/>
            <a:ext cx="2343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Check before starting</a:t>
            </a:r>
          </a:p>
        </p:txBody>
      </p:sp>
      <p:sp>
        <p:nvSpPr>
          <p:cNvPr id="19" name="flow-body-4">
            <a:extLst xmlns:a="http://schemas.openxmlformats.org/drawingml/2006/main">
              <a:ext uri="{FF2B5EF4-FFF2-40B4-BE49-F238E27FC236}">
                <a16:creationId xmlns:a16="http://schemas.microsoft.com/office/drawing/2014/main" id="{D3223838-0D81-4268-A0D9-C7D7FA7F414E}"/>
              </a:ext>
            </a:extLst>
          </p:cNvPr>
          <p:cNvSpPr>
            <a:spLocks xmlns:a="http://schemas.openxmlformats.org/drawingml/2006/main" noGrp="1"/>
          </p:cNvSpPr>
          <p:nvPr/>
        </p:nvSpPr>
        <p:spPr>
          <a:xfrm xmlns:a="http://schemas.openxmlformats.org/drawingml/2006/main">
            <a:off x="8991600" y="3371850"/>
            <a:ext cx="23431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5756B"/>
                </a:solidFill>
                <a:latin typeface="Arial"/>
                <a:ea typeface="Arial"/>
                <a:cs typeface="Arial"/>
              </a:defRPr>
            </a:defPPr>
            <a:lvl1pPr>
              <a:defRPr sz="1500" b="0">
                <a:solidFill>
                  <a:srgbClr val="65756B"/>
                </a:solidFill>
                <a:latin typeface="Arial"/>
                <a:ea typeface="Arial"/>
                <a:cs typeface="Arial"/>
              </a:defRPr>
            </a:lvl1pPr>
            <a:lvl2pPr>
              <a:defRPr sz="1500" b="0">
                <a:solidFill>
                  <a:srgbClr val="65756B"/>
                </a:solidFill>
                <a:latin typeface="Arial"/>
                <a:ea typeface="Arial"/>
                <a:cs typeface="Arial"/>
              </a:defRPr>
            </a:lvl2pPr>
            <a:lvl3pPr>
              <a:defRPr sz="1500" b="0">
                <a:solidFill>
                  <a:srgbClr val="65756B"/>
                </a:solidFill>
                <a:latin typeface="Arial"/>
                <a:ea typeface="Arial"/>
                <a:cs typeface="Arial"/>
              </a:defRPr>
            </a:lvl3pPr>
            <a:lvl4pPr>
              <a:defRPr sz="1500" b="0">
                <a:solidFill>
                  <a:srgbClr val="65756B"/>
                </a:solidFill>
                <a:latin typeface="Arial"/>
                <a:ea typeface="Arial"/>
                <a:cs typeface="Arial"/>
              </a:defRPr>
            </a:lvl4pPr>
            <a:lvl5pPr>
              <a:defRPr sz="1500" b="0">
                <a:solidFill>
                  <a:srgbClr val="65756B"/>
                </a:solidFill>
                <a:latin typeface="Arial"/>
                <a:ea typeface="Arial"/>
                <a:cs typeface="Arial"/>
              </a:defRPr>
            </a:lvl5pPr>
            <a:lvl6pPr>
              <a:defRPr sz="1500" b="0">
                <a:solidFill>
                  <a:srgbClr val="65756B"/>
                </a:solidFill>
                <a:latin typeface="Arial"/>
                <a:ea typeface="Arial"/>
                <a:cs typeface="Arial"/>
              </a:defRPr>
            </a:lvl6pPr>
            <a:lvl7pPr>
              <a:defRPr sz="1500" b="0">
                <a:solidFill>
                  <a:srgbClr val="65756B"/>
                </a:solidFill>
                <a:latin typeface="Arial"/>
                <a:ea typeface="Arial"/>
                <a:cs typeface="Arial"/>
              </a:defRPr>
            </a:lvl7pPr>
            <a:lvl8pPr>
              <a:defRPr sz="1500" b="0">
                <a:solidFill>
                  <a:srgbClr val="65756B"/>
                </a:solidFill>
                <a:latin typeface="Arial"/>
                <a:ea typeface="Arial"/>
                <a:cs typeface="Arial"/>
              </a:defRPr>
            </a:lvl8pPr>
            <a:lvl9pPr>
              <a:defRPr sz="1500" b="0">
                <a:solidFill>
                  <a:srgbClr val="65756B"/>
                </a:solidFill>
                <a:latin typeface="Arial"/>
                <a:ea typeface="Arial"/>
                <a:cs typeface="Arial"/>
              </a:defRPr>
            </a:lvl9pPr>
          </a:lstStyle>
          <a:p xmlns:a="http://schemas.openxmlformats.org/drawingml/2006/main">
            <a:pPr>
              <a:defRPr sz="1500" b="0">
                <a:solidFill>
                  <a:srgbClr val="65756B"/>
                </a:solidFill>
                <a:latin typeface="Arial"/>
                <a:ea typeface="Arial"/>
                <a:cs typeface="Arial"/>
              </a:defRPr>
            </a:pPr>
            <a:r>
              <a:rPr sz="1500" b="0">
                <a:solidFill>
                  <a:srgbClr val="65756B"/>
                </a:solidFill>
                <a:latin typeface="Arial"/>
                <a:ea typeface="Arial"/>
                <a:cs typeface="Arial"/>
              </a:rPr>
              <a:t>Review the issue and contribution guide; confirm it is still available.</a:t>
            </a:r>
          </a:p>
        </p:txBody>
      </p:sp>
      <p:sp>
        <p:nvSpPr>
          <p:cNvPr id="20" name="slide-number-4">
            <a:extLst xmlns:a="http://schemas.openxmlformats.org/drawingml/2006/main">
              <a:ext uri="{FF2B5EF4-FFF2-40B4-BE49-F238E27FC236}">
                <a16:creationId xmlns:a16="http://schemas.microsoft.com/office/drawing/2014/main" id="{79908351-10AD-459A-8A9D-A9FC6BF2B10A}"/>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5756B"/>
                </a:solidFill>
                <a:latin typeface="Arial"/>
                <a:ea typeface="Arial"/>
                <a:cs typeface="Arial"/>
              </a:defRPr>
            </a:defPPr>
            <a:lvl1pPr>
              <a:defRPr sz="1050" b="1">
                <a:solidFill>
                  <a:srgbClr val="65756B"/>
                </a:solidFill>
                <a:latin typeface="Arial"/>
                <a:ea typeface="Arial"/>
                <a:cs typeface="Arial"/>
              </a:defRPr>
            </a:lvl1pPr>
            <a:lvl2pPr>
              <a:defRPr sz="1050" b="1">
                <a:solidFill>
                  <a:srgbClr val="65756B"/>
                </a:solidFill>
                <a:latin typeface="Arial"/>
                <a:ea typeface="Arial"/>
                <a:cs typeface="Arial"/>
              </a:defRPr>
            </a:lvl2pPr>
            <a:lvl3pPr>
              <a:defRPr sz="1050" b="1">
                <a:solidFill>
                  <a:srgbClr val="65756B"/>
                </a:solidFill>
                <a:latin typeface="Arial"/>
                <a:ea typeface="Arial"/>
                <a:cs typeface="Arial"/>
              </a:defRPr>
            </a:lvl3pPr>
            <a:lvl4pPr>
              <a:defRPr sz="1050" b="1">
                <a:solidFill>
                  <a:srgbClr val="65756B"/>
                </a:solidFill>
                <a:latin typeface="Arial"/>
                <a:ea typeface="Arial"/>
                <a:cs typeface="Arial"/>
              </a:defRPr>
            </a:lvl4pPr>
            <a:lvl5pPr>
              <a:defRPr sz="1050" b="1">
                <a:solidFill>
                  <a:srgbClr val="65756B"/>
                </a:solidFill>
                <a:latin typeface="Arial"/>
                <a:ea typeface="Arial"/>
                <a:cs typeface="Arial"/>
              </a:defRPr>
            </a:lvl5pPr>
            <a:lvl6pPr>
              <a:defRPr sz="1050" b="1">
                <a:solidFill>
                  <a:srgbClr val="65756B"/>
                </a:solidFill>
                <a:latin typeface="Arial"/>
                <a:ea typeface="Arial"/>
                <a:cs typeface="Arial"/>
              </a:defRPr>
            </a:lvl6pPr>
            <a:lvl7pPr>
              <a:defRPr sz="1050" b="1">
                <a:solidFill>
                  <a:srgbClr val="65756B"/>
                </a:solidFill>
                <a:latin typeface="Arial"/>
                <a:ea typeface="Arial"/>
                <a:cs typeface="Arial"/>
              </a:defRPr>
            </a:lvl7pPr>
            <a:lvl8pPr>
              <a:defRPr sz="1050" b="1">
                <a:solidFill>
                  <a:srgbClr val="65756B"/>
                </a:solidFill>
                <a:latin typeface="Arial"/>
                <a:ea typeface="Arial"/>
                <a:cs typeface="Arial"/>
              </a:defRPr>
            </a:lvl8pPr>
            <a:lvl9pPr>
              <a:defRPr sz="1050" b="1">
                <a:solidFill>
                  <a:srgbClr val="65756B"/>
                </a:solidFill>
                <a:latin typeface="Arial"/>
                <a:ea typeface="Arial"/>
                <a:cs typeface="Arial"/>
              </a:defRPr>
            </a:lvl9pPr>
          </a:lstStyle>
          <a:p xmlns:a="http://schemas.openxmlformats.org/drawingml/2006/main">
            <a:pPr>
              <a:defRPr sz="1050" b="1">
                <a:solidFill>
                  <a:srgbClr val="65756B"/>
                </a:solidFill>
                <a:latin typeface="Arial"/>
                <a:ea typeface="Arial"/>
                <a:cs typeface="Arial"/>
              </a:defRPr>
            </a:pPr>
            <a:r>
              <a:rPr sz="1050" b="1">
                <a:solidFill>
                  <a:srgbClr val="65756B"/>
                </a:solidFill>
                <a:latin typeface="Arial"/>
                <a:ea typeface="Arial"/>
                <a:cs typeface="Arial"/>
              </a:rPr>
              <a:t>04 / 08</a:t>
            </a:r>
          </a:p>
        </p:txBody>
      </p:sp>
    </p:spTree>
    <p:extLst>
      <p:ext uri="{BB962C8B-B14F-4D97-AF65-F5344CB8AC3E}">
        <p14:creationId xmlns:p14="http://schemas.microsoft.com/office/powerpoint/2010/main" val="1524526681"/>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1" name="signals-title">
            <a:extLst xmlns:a="http://schemas.openxmlformats.org/drawingml/2006/main">
              <a:ext uri="{FF2B5EF4-FFF2-40B4-BE49-F238E27FC236}">
                <a16:creationId xmlns:a16="http://schemas.microsoft.com/office/drawing/2014/main" id="{45404DBF-86E5-46BD-9CAD-0676AE854E29}"/>
              </a:ext>
            </a:extLst>
          </p:cNvPr>
          <p:cNvSpPr>
            <a:spLocks xmlns:a="http://schemas.openxmlformats.org/drawingml/2006/main" noGrp="1"/>
          </p:cNvSpPr>
          <p:nvPr/>
        </p:nvSpPr>
        <p:spPr>
          <a:xfrm xmlns:a="http://schemas.openxmlformats.org/drawingml/2006/main">
            <a:off x="800100" y="5905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20332B"/>
                </a:solidFill>
                <a:latin typeface="Arial"/>
                <a:ea typeface="Arial"/>
                <a:cs typeface="Arial"/>
              </a:defRPr>
            </a:defPPr>
            <a:lvl1pPr>
              <a:defRPr sz="4050" b="1">
                <a:solidFill>
                  <a:srgbClr val="20332B"/>
                </a:solidFill>
                <a:latin typeface="Arial"/>
                <a:ea typeface="Arial"/>
                <a:cs typeface="Arial"/>
              </a:defRPr>
            </a:lvl1pPr>
            <a:lvl2pPr>
              <a:defRPr sz="4050" b="1">
                <a:solidFill>
                  <a:srgbClr val="20332B"/>
                </a:solidFill>
                <a:latin typeface="Arial"/>
                <a:ea typeface="Arial"/>
                <a:cs typeface="Arial"/>
              </a:defRPr>
            </a:lvl2pPr>
            <a:lvl3pPr>
              <a:defRPr sz="4050" b="1">
                <a:solidFill>
                  <a:srgbClr val="20332B"/>
                </a:solidFill>
                <a:latin typeface="Arial"/>
                <a:ea typeface="Arial"/>
                <a:cs typeface="Arial"/>
              </a:defRPr>
            </a:lvl3pPr>
            <a:lvl4pPr>
              <a:defRPr sz="4050" b="1">
                <a:solidFill>
                  <a:srgbClr val="20332B"/>
                </a:solidFill>
                <a:latin typeface="Arial"/>
                <a:ea typeface="Arial"/>
                <a:cs typeface="Arial"/>
              </a:defRPr>
            </a:lvl4pPr>
            <a:lvl5pPr>
              <a:defRPr sz="4050" b="1">
                <a:solidFill>
                  <a:srgbClr val="20332B"/>
                </a:solidFill>
                <a:latin typeface="Arial"/>
                <a:ea typeface="Arial"/>
                <a:cs typeface="Arial"/>
              </a:defRPr>
            </a:lvl5pPr>
            <a:lvl6pPr>
              <a:defRPr sz="4050" b="1">
                <a:solidFill>
                  <a:srgbClr val="20332B"/>
                </a:solidFill>
                <a:latin typeface="Arial"/>
                <a:ea typeface="Arial"/>
                <a:cs typeface="Arial"/>
              </a:defRPr>
            </a:lvl6pPr>
            <a:lvl7pPr>
              <a:defRPr sz="4050" b="1">
                <a:solidFill>
                  <a:srgbClr val="20332B"/>
                </a:solidFill>
                <a:latin typeface="Arial"/>
                <a:ea typeface="Arial"/>
                <a:cs typeface="Arial"/>
              </a:defRPr>
            </a:lvl7pPr>
            <a:lvl8pPr>
              <a:defRPr sz="4050" b="1">
                <a:solidFill>
                  <a:srgbClr val="20332B"/>
                </a:solidFill>
                <a:latin typeface="Arial"/>
                <a:ea typeface="Arial"/>
                <a:cs typeface="Arial"/>
              </a:defRPr>
            </a:lvl8pPr>
            <a:lvl9pPr>
              <a:defRPr sz="4050" b="1">
                <a:solidFill>
                  <a:srgbClr val="20332B"/>
                </a:solidFill>
                <a:latin typeface="Arial"/>
                <a:ea typeface="Arial"/>
                <a:cs typeface="Arial"/>
              </a:defRPr>
            </a:lvl9pPr>
          </a:lstStyle>
          <a:p xmlns:a="http://schemas.openxmlformats.org/drawingml/2006/main">
            <a:pPr>
              <a:defRPr sz="4050" b="1">
                <a:solidFill>
                  <a:srgbClr val="20332B"/>
                </a:solidFill>
                <a:latin typeface="Arial"/>
                <a:ea typeface="Arial"/>
                <a:cs typeface="Arial"/>
              </a:defRPr>
            </a:pPr>
            <a:r>
              <a:rPr sz="4050" b="1">
                <a:solidFill>
                  <a:srgbClr val="20332B"/>
                </a:solidFill>
                <a:latin typeface="Arial"/>
                <a:ea typeface="Arial"/>
                <a:cs typeface="Arial"/>
              </a:rPr>
              <a:t>Why an issue may fit</a:t>
            </a:r>
          </a:p>
        </p:txBody>
      </p:sp>
      <p:sp>
        <p:nvSpPr>
          <p:cNvPr id="2" name="signals-intro">
            <a:extLst xmlns:a="http://schemas.openxmlformats.org/drawingml/2006/main">
              <a:ext uri="{FF2B5EF4-FFF2-40B4-BE49-F238E27FC236}">
                <a16:creationId xmlns:a16="http://schemas.microsoft.com/office/drawing/2014/main" id="{C42A140D-F2AC-4089-840A-6FB74CA3DD39}"/>
              </a:ext>
            </a:extLst>
          </p:cNvPr>
          <p:cNvSpPr>
            <a:spLocks xmlns:a="http://schemas.openxmlformats.org/drawingml/2006/main" noGrp="1"/>
          </p:cNvSpPr>
          <p:nvPr/>
        </p:nvSpPr>
        <p:spPr>
          <a:xfrm xmlns:a="http://schemas.openxmlformats.org/drawingml/2006/main">
            <a:off x="83820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5756B"/>
                </a:solidFill>
                <a:latin typeface="Arial"/>
                <a:ea typeface="Arial"/>
                <a:cs typeface="Arial"/>
              </a:defRPr>
            </a:defPPr>
            <a:lvl1pPr>
              <a:defRPr sz="1800" b="0">
                <a:solidFill>
                  <a:srgbClr val="65756B"/>
                </a:solidFill>
                <a:latin typeface="Arial"/>
                <a:ea typeface="Arial"/>
                <a:cs typeface="Arial"/>
              </a:defRPr>
            </a:lvl1pPr>
            <a:lvl2pPr>
              <a:defRPr sz="1800" b="0">
                <a:solidFill>
                  <a:srgbClr val="65756B"/>
                </a:solidFill>
                <a:latin typeface="Arial"/>
                <a:ea typeface="Arial"/>
                <a:cs typeface="Arial"/>
              </a:defRPr>
            </a:lvl2pPr>
            <a:lvl3pPr>
              <a:defRPr sz="1800" b="0">
                <a:solidFill>
                  <a:srgbClr val="65756B"/>
                </a:solidFill>
                <a:latin typeface="Arial"/>
                <a:ea typeface="Arial"/>
                <a:cs typeface="Arial"/>
              </a:defRPr>
            </a:lvl3pPr>
            <a:lvl4pPr>
              <a:defRPr sz="1800" b="0">
                <a:solidFill>
                  <a:srgbClr val="65756B"/>
                </a:solidFill>
                <a:latin typeface="Arial"/>
                <a:ea typeface="Arial"/>
                <a:cs typeface="Arial"/>
              </a:defRPr>
            </a:lvl4pPr>
            <a:lvl5pPr>
              <a:defRPr sz="1800" b="0">
                <a:solidFill>
                  <a:srgbClr val="65756B"/>
                </a:solidFill>
                <a:latin typeface="Arial"/>
                <a:ea typeface="Arial"/>
                <a:cs typeface="Arial"/>
              </a:defRPr>
            </a:lvl5pPr>
            <a:lvl6pPr>
              <a:defRPr sz="1800" b="0">
                <a:solidFill>
                  <a:srgbClr val="65756B"/>
                </a:solidFill>
                <a:latin typeface="Arial"/>
                <a:ea typeface="Arial"/>
                <a:cs typeface="Arial"/>
              </a:defRPr>
            </a:lvl6pPr>
            <a:lvl7pPr>
              <a:defRPr sz="1800" b="0">
                <a:solidFill>
                  <a:srgbClr val="65756B"/>
                </a:solidFill>
                <a:latin typeface="Arial"/>
                <a:ea typeface="Arial"/>
                <a:cs typeface="Arial"/>
              </a:defRPr>
            </a:lvl7pPr>
            <a:lvl8pPr>
              <a:defRPr sz="1800" b="0">
                <a:solidFill>
                  <a:srgbClr val="65756B"/>
                </a:solidFill>
                <a:latin typeface="Arial"/>
                <a:ea typeface="Arial"/>
                <a:cs typeface="Arial"/>
              </a:defRPr>
            </a:lvl8pPr>
            <a:lvl9pPr>
              <a:defRPr sz="1800" b="0">
                <a:solidFill>
                  <a:srgbClr val="65756B"/>
                </a:solidFill>
                <a:latin typeface="Arial"/>
                <a:ea typeface="Arial"/>
                <a:cs typeface="Arial"/>
              </a:defRPr>
            </a:lvl9pPr>
          </a:lstStyle>
          <a:p xmlns:a="http://schemas.openxmlformats.org/drawingml/2006/main">
            <a:pPr>
              <a:defRPr sz="1800" b="0">
                <a:solidFill>
                  <a:srgbClr val="65756B"/>
                </a:solidFill>
                <a:latin typeface="Arial"/>
                <a:ea typeface="Arial"/>
                <a:cs typeface="Arial"/>
              </a:defRPr>
            </a:pPr>
            <a:r>
              <a:rPr sz="1800" b="0">
                <a:solidFill>
                  <a:srgbClr val="65756B"/>
                </a:solidFill>
                <a:latin typeface="Arial"/>
                <a:ea typeface="Arial"/>
                <a:cs typeface="Arial"/>
              </a:rPr>
              <a:t>Each result uses practical clues to help a beginner decide what to open next.</a:t>
            </a:r>
          </a:p>
        </p:txBody>
      </p:sp>
      <p:sp>
        <p:nvSpPr>
          <p:cNvPr id="3" name="signal-card-1">
            <a:extLst xmlns:a="http://schemas.openxmlformats.org/drawingml/2006/main">
              <a:ext uri="{FF2B5EF4-FFF2-40B4-BE49-F238E27FC236}">
                <a16:creationId xmlns:a16="http://schemas.microsoft.com/office/drawing/2014/main" id="{D39110EC-4D9E-43AA-B5BA-D74F12818355}"/>
              </a:ext>
            </a:extLst>
          </p:cNvPr>
          <p:cNvSpPr>
            <a:spLocks xmlns:a="http://schemas.openxmlformats.org/drawingml/2006/main" noGrp="1"/>
          </p:cNvSpPr>
          <p:nvPr/>
        </p:nvSpPr>
        <p:spPr>
          <a:xfrm xmlns:a="http://schemas.openxmlformats.org/drawingml/2006/main">
            <a:off x="876300" y="2171700"/>
            <a:ext cx="4953000" cy="1390650"/>
          </a:xfrm>
          <a:prstGeom xmlns:a="http://schemas.openxmlformats.org/drawingml/2006/main" prst="rect">
            <a:avLst/>
          </a:prstGeom>
          <a:solidFill xmlns:a="http://schemas.openxmlformats.org/drawingml/2006/main">
            <a:srgbClr val="FFFEFA"/>
          </a:solidFill>
          <a:ln xmlns:a="http://schemas.openxmlformats.org/drawingml/2006/main" w="0">
            <a:noFill/>
            <a:prstDash val="solid"/>
          </a:ln>
        </p:spPr>
      </p:sp>
      <p:sp>
        <p:nvSpPr>
          <p:cNvPr id="4" name="signal-number-1">
            <a:extLst xmlns:a="http://schemas.openxmlformats.org/drawingml/2006/main">
              <a:ext uri="{FF2B5EF4-FFF2-40B4-BE49-F238E27FC236}">
                <a16:creationId xmlns:a16="http://schemas.microsoft.com/office/drawing/2014/main" id="{A38968E4-57D2-48FE-B65E-E46B2A13E1DD}"/>
              </a:ext>
            </a:extLst>
          </p:cNvPr>
          <p:cNvSpPr>
            <a:spLocks xmlns:a="http://schemas.openxmlformats.org/drawingml/2006/main" noGrp="1"/>
          </p:cNvSpPr>
          <p:nvPr/>
        </p:nvSpPr>
        <p:spPr>
          <a:xfrm xmlns:a="http://schemas.openxmlformats.org/drawingml/2006/main">
            <a:off x="1066800" y="23622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01</a:t>
            </a:r>
          </a:p>
        </p:txBody>
      </p:sp>
      <p:sp>
        <p:nvSpPr>
          <p:cNvPr id="5" name="signal-heading-1">
            <a:extLst xmlns:a="http://schemas.openxmlformats.org/drawingml/2006/main">
              <a:ext uri="{FF2B5EF4-FFF2-40B4-BE49-F238E27FC236}">
                <a16:creationId xmlns:a16="http://schemas.microsoft.com/office/drawing/2014/main" id="{43D3A927-DF0F-4F4F-AFCD-3ECA1B2E6B2D}"/>
              </a:ext>
            </a:extLst>
          </p:cNvPr>
          <p:cNvSpPr>
            <a:spLocks xmlns:a="http://schemas.openxmlformats.org/drawingml/2006/main" noGrp="1"/>
          </p:cNvSpPr>
          <p:nvPr/>
        </p:nvSpPr>
        <p:spPr>
          <a:xfrm xmlns:a="http://schemas.openxmlformats.org/drawingml/2006/main">
            <a:off x="1619250" y="2305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Beginner labels</a:t>
            </a:r>
          </a:p>
        </p:txBody>
      </p:sp>
      <p:sp>
        <p:nvSpPr>
          <p:cNvPr id="6" name="signal-copy-1">
            <a:extLst xmlns:a="http://schemas.openxmlformats.org/drawingml/2006/main">
              <a:ext uri="{FF2B5EF4-FFF2-40B4-BE49-F238E27FC236}">
                <a16:creationId xmlns:a16="http://schemas.microsoft.com/office/drawing/2014/main" id="{CAF15965-E17B-4A1F-A6EF-E1E215ADC26F}"/>
              </a:ext>
            </a:extLst>
          </p:cNvPr>
          <p:cNvSpPr>
            <a:spLocks xmlns:a="http://schemas.openxmlformats.org/drawingml/2006/main" noGrp="1"/>
          </p:cNvSpPr>
          <p:nvPr/>
        </p:nvSpPr>
        <p:spPr>
          <a:xfrm xmlns:a="http://schemas.openxmlformats.org/drawingml/2006/main">
            <a:off x="1619250" y="2724150"/>
            <a:ext cx="3886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5756B"/>
                </a:solidFill>
                <a:latin typeface="Arial"/>
                <a:ea typeface="Arial"/>
                <a:cs typeface="Arial"/>
              </a:defRPr>
            </a:defPPr>
            <a:lvl1pPr>
              <a:defRPr sz="1275" b="0">
                <a:solidFill>
                  <a:srgbClr val="65756B"/>
                </a:solidFill>
                <a:latin typeface="Arial"/>
                <a:ea typeface="Arial"/>
                <a:cs typeface="Arial"/>
              </a:defRPr>
            </a:lvl1pPr>
            <a:lvl2pPr>
              <a:defRPr sz="1275" b="0">
                <a:solidFill>
                  <a:srgbClr val="65756B"/>
                </a:solidFill>
                <a:latin typeface="Arial"/>
                <a:ea typeface="Arial"/>
                <a:cs typeface="Arial"/>
              </a:defRPr>
            </a:lvl2pPr>
            <a:lvl3pPr>
              <a:defRPr sz="1275" b="0">
                <a:solidFill>
                  <a:srgbClr val="65756B"/>
                </a:solidFill>
                <a:latin typeface="Arial"/>
                <a:ea typeface="Arial"/>
                <a:cs typeface="Arial"/>
              </a:defRPr>
            </a:lvl3pPr>
            <a:lvl4pPr>
              <a:defRPr sz="1275" b="0">
                <a:solidFill>
                  <a:srgbClr val="65756B"/>
                </a:solidFill>
                <a:latin typeface="Arial"/>
                <a:ea typeface="Arial"/>
                <a:cs typeface="Arial"/>
              </a:defRPr>
            </a:lvl4pPr>
            <a:lvl5pPr>
              <a:defRPr sz="1275" b="0">
                <a:solidFill>
                  <a:srgbClr val="65756B"/>
                </a:solidFill>
                <a:latin typeface="Arial"/>
                <a:ea typeface="Arial"/>
                <a:cs typeface="Arial"/>
              </a:defRPr>
            </a:lvl5pPr>
            <a:lvl6pPr>
              <a:defRPr sz="1275" b="0">
                <a:solidFill>
                  <a:srgbClr val="65756B"/>
                </a:solidFill>
                <a:latin typeface="Arial"/>
                <a:ea typeface="Arial"/>
                <a:cs typeface="Arial"/>
              </a:defRPr>
            </a:lvl6pPr>
            <a:lvl7pPr>
              <a:defRPr sz="1275" b="0">
                <a:solidFill>
                  <a:srgbClr val="65756B"/>
                </a:solidFill>
                <a:latin typeface="Arial"/>
                <a:ea typeface="Arial"/>
                <a:cs typeface="Arial"/>
              </a:defRPr>
            </a:lvl7pPr>
            <a:lvl8pPr>
              <a:defRPr sz="1275" b="0">
                <a:solidFill>
                  <a:srgbClr val="65756B"/>
                </a:solidFill>
                <a:latin typeface="Arial"/>
                <a:ea typeface="Arial"/>
                <a:cs typeface="Arial"/>
              </a:defRPr>
            </a:lvl8pPr>
            <a:lvl9pPr>
              <a:defRPr sz="1275" b="0">
                <a:solidFill>
                  <a:srgbClr val="65756B"/>
                </a:solidFill>
                <a:latin typeface="Arial"/>
                <a:ea typeface="Arial"/>
                <a:cs typeface="Arial"/>
              </a:defRPr>
            </a:lvl9pPr>
          </a:lstStyle>
          <a:p xmlns:a="http://schemas.openxmlformats.org/drawingml/2006/main">
            <a:pPr>
              <a:defRPr sz="1275" b="0">
                <a:solidFill>
                  <a:srgbClr val="65756B"/>
                </a:solidFill>
                <a:latin typeface="Arial"/>
                <a:ea typeface="Arial"/>
                <a:cs typeface="Arial"/>
              </a:defRPr>
            </a:pPr>
            <a:r>
              <a:rPr sz="1275" b="0">
                <a:solidFill>
                  <a:srgbClr val="65756B"/>
                </a:solidFill>
                <a:latin typeface="Arial"/>
                <a:ea typeface="Arial"/>
                <a:cs typeface="Arial"/>
              </a:rPr>
              <a:t>Labels such as good first issue can indicate that maintainers welcome newer contributors.</a:t>
            </a:r>
          </a:p>
        </p:txBody>
      </p:sp>
      <p:sp>
        <p:nvSpPr>
          <p:cNvPr id="7" name="signal-card-2">
            <a:extLst xmlns:a="http://schemas.openxmlformats.org/drawingml/2006/main">
              <a:ext uri="{FF2B5EF4-FFF2-40B4-BE49-F238E27FC236}">
                <a16:creationId xmlns:a16="http://schemas.microsoft.com/office/drawing/2014/main" id="{5176E491-316C-41CA-9B78-06C4142EA0B3}"/>
              </a:ext>
            </a:extLst>
          </p:cNvPr>
          <p:cNvSpPr>
            <a:spLocks xmlns:a="http://schemas.openxmlformats.org/drawingml/2006/main" noGrp="1"/>
          </p:cNvSpPr>
          <p:nvPr/>
        </p:nvSpPr>
        <p:spPr>
          <a:xfrm xmlns:a="http://schemas.openxmlformats.org/drawingml/2006/main">
            <a:off x="6248400" y="2171700"/>
            <a:ext cx="4953000" cy="1390650"/>
          </a:xfrm>
          <a:prstGeom xmlns:a="http://schemas.openxmlformats.org/drawingml/2006/main" prst="rect">
            <a:avLst/>
          </a:prstGeom>
          <a:solidFill xmlns:a="http://schemas.openxmlformats.org/drawingml/2006/main">
            <a:srgbClr val="FFFEFA"/>
          </a:solidFill>
          <a:ln xmlns:a="http://schemas.openxmlformats.org/drawingml/2006/main" w="0">
            <a:noFill/>
            <a:prstDash val="solid"/>
          </a:ln>
        </p:spPr>
      </p:sp>
      <p:sp>
        <p:nvSpPr>
          <p:cNvPr id="8" name="signal-number-2">
            <a:extLst xmlns:a="http://schemas.openxmlformats.org/drawingml/2006/main">
              <a:ext uri="{FF2B5EF4-FFF2-40B4-BE49-F238E27FC236}">
                <a16:creationId xmlns:a16="http://schemas.microsoft.com/office/drawing/2014/main" id="{0F2D5366-2103-4A11-A78F-AA186498E5DF}"/>
              </a:ext>
            </a:extLst>
          </p:cNvPr>
          <p:cNvSpPr>
            <a:spLocks xmlns:a="http://schemas.openxmlformats.org/drawingml/2006/main" noGrp="1"/>
          </p:cNvSpPr>
          <p:nvPr/>
        </p:nvSpPr>
        <p:spPr>
          <a:xfrm xmlns:a="http://schemas.openxmlformats.org/drawingml/2006/main">
            <a:off x="6438900" y="23622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02</a:t>
            </a:r>
          </a:p>
        </p:txBody>
      </p:sp>
      <p:sp>
        <p:nvSpPr>
          <p:cNvPr id="9" name="signal-heading-2">
            <a:extLst xmlns:a="http://schemas.openxmlformats.org/drawingml/2006/main">
              <a:ext uri="{FF2B5EF4-FFF2-40B4-BE49-F238E27FC236}">
                <a16:creationId xmlns:a16="http://schemas.microsoft.com/office/drawing/2014/main" id="{30AEB471-0268-40A4-AE7E-B85AC8D02E95}"/>
              </a:ext>
            </a:extLst>
          </p:cNvPr>
          <p:cNvSpPr>
            <a:spLocks xmlns:a="http://schemas.openxmlformats.org/drawingml/2006/main" noGrp="1"/>
          </p:cNvSpPr>
          <p:nvPr/>
        </p:nvSpPr>
        <p:spPr>
          <a:xfrm xmlns:a="http://schemas.openxmlformats.org/drawingml/2006/main">
            <a:off x="6991350" y="2305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Skill and language terms</a:t>
            </a:r>
          </a:p>
        </p:txBody>
      </p:sp>
      <p:sp>
        <p:nvSpPr>
          <p:cNvPr id="10" name="signal-copy-2">
            <a:extLst xmlns:a="http://schemas.openxmlformats.org/drawingml/2006/main">
              <a:ext uri="{FF2B5EF4-FFF2-40B4-BE49-F238E27FC236}">
                <a16:creationId xmlns:a16="http://schemas.microsoft.com/office/drawing/2014/main" id="{930E44F5-B7DD-4872-98D4-B8A7A99EB969}"/>
              </a:ext>
            </a:extLst>
          </p:cNvPr>
          <p:cNvSpPr>
            <a:spLocks xmlns:a="http://schemas.openxmlformats.org/drawingml/2006/main" noGrp="1"/>
          </p:cNvSpPr>
          <p:nvPr/>
        </p:nvSpPr>
        <p:spPr>
          <a:xfrm xmlns:a="http://schemas.openxmlformats.org/drawingml/2006/main">
            <a:off x="6991350" y="2724150"/>
            <a:ext cx="3886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5756B"/>
                </a:solidFill>
                <a:latin typeface="Arial"/>
                <a:ea typeface="Arial"/>
                <a:cs typeface="Arial"/>
              </a:defRPr>
            </a:defPPr>
            <a:lvl1pPr>
              <a:defRPr sz="1275" b="0">
                <a:solidFill>
                  <a:srgbClr val="65756B"/>
                </a:solidFill>
                <a:latin typeface="Arial"/>
                <a:ea typeface="Arial"/>
                <a:cs typeface="Arial"/>
              </a:defRPr>
            </a:lvl1pPr>
            <a:lvl2pPr>
              <a:defRPr sz="1275" b="0">
                <a:solidFill>
                  <a:srgbClr val="65756B"/>
                </a:solidFill>
                <a:latin typeface="Arial"/>
                <a:ea typeface="Arial"/>
                <a:cs typeface="Arial"/>
              </a:defRPr>
            </a:lvl2pPr>
            <a:lvl3pPr>
              <a:defRPr sz="1275" b="0">
                <a:solidFill>
                  <a:srgbClr val="65756B"/>
                </a:solidFill>
                <a:latin typeface="Arial"/>
                <a:ea typeface="Arial"/>
                <a:cs typeface="Arial"/>
              </a:defRPr>
            </a:lvl3pPr>
            <a:lvl4pPr>
              <a:defRPr sz="1275" b="0">
                <a:solidFill>
                  <a:srgbClr val="65756B"/>
                </a:solidFill>
                <a:latin typeface="Arial"/>
                <a:ea typeface="Arial"/>
                <a:cs typeface="Arial"/>
              </a:defRPr>
            </a:lvl4pPr>
            <a:lvl5pPr>
              <a:defRPr sz="1275" b="0">
                <a:solidFill>
                  <a:srgbClr val="65756B"/>
                </a:solidFill>
                <a:latin typeface="Arial"/>
                <a:ea typeface="Arial"/>
                <a:cs typeface="Arial"/>
              </a:defRPr>
            </a:lvl5pPr>
            <a:lvl6pPr>
              <a:defRPr sz="1275" b="0">
                <a:solidFill>
                  <a:srgbClr val="65756B"/>
                </a:solidFill>
                <a:latin typeface="Arial"/>
                <a:ea typeface="Arial"/>
                <a:cs typeface="Arial"/>
              </a:defRPr>
            </a:lvl6pPr>
            <a:lvl7pPr>
              <a:defRPr sz="1275" b="0">
                <a:solidFill>
                  <a:srgbClr val="65756B"/>
                </a:solidFill>
                <a:latin typeface="Arial"/>
                <a:ea typeface="Arial"/>
                <a:cs typeface="Arial"/>
              </a:defRPr>
            </a:lvl7pPr>
            <a:lvl8pPr>
              <a:defRPr sz="1275" b="0">
                <a:solidFill>
                  <a:srgbClr val="65756B"/>
                </a:solidFill>
                <a:latin typeface="Arial"/>
                <a:ea typeface="Arial"/>
                <a:cs typeface="Arial"/>
              </a:defRPr>
            </a:lvl8pPr>
            <a:lvl9pPr>
              <a:defRPr sz="1275" b="0">
                <a:solidFill>
                  <a:srgbClr val="65756B"/>
                </a:solidFill>
                <a:latin typeface="Arial"/>
                <a:ea typeface="Arial"/>
                <a:cs typeface="Arial"/>
              </a:defRPr>
            </a:lvl9pPr>
          </a:lstStyle>
          <a:p xmlns:a="http://schemas.openxmlformats.org/drawingml/2006/main">
            <a:pPr>
              <a:defRPr sz="1275" b="0">
                <a:solidFill>
                  <a:srgbClr val="65756B"/>
                </a:solidFill>
                <a:latin typeface="Arial"/>
                <a:ea typeface="Arial"/>
                <a:cs typeface="Arial"/>
              </a:defRPr>
            </a:pPr>
            <a:r>
              <a:rPr sz="1275" b="0">
                <a:solidFill>
                  <a:srgbClr val="65756B"/>
                </a:solidFill>
                <a:latin typeface="Arial"/>
                <a:ea typeface="Arial"/>
                <a:cs typeface="Arial"/>
              </a:rPr>
              <a:t>The selected language and skills are compared with issue text and labels.</a:t>
            </a:r>
          </a:p>
        </p:txBody>
      </p:sp>
      <p:sp>
        <p:nvSpPr>
          <p:cNvPr id="11" name="signal-card-3">
            <a:extLst xmlns:a="http://schemas.openxmlformats.org/drawingml/2006/main">
              <a:ext uri="{FF2B5EF4-FFF2-40B4-BE49-F238E27FC236}">
                <a16:creationId xmlns:a16="http://schemas.microsoft.com/office/drawing/2014/main" id="{0B810A91-63C3-4538-9333-260BCD5DDD8C}"/>
              </a:ext>
            </a:extLst>
          </p:cNvPr>
          <p:cNvSpPr>
            <a:spLocks xmlns:a="http://schemas.openxmlformats.org/drawingml/2006/main" noGrp="1"/>
          </p:cNvSpPr>
          <p:nvPr/>
        </p:nvSpPr>
        <p:spPr>
          <a:xfrm xmlns:a="http://schemas.openxmlformats.org/drawingml/2006/main">
            <a:off x="876300" y="3905250"/>
            <a:ext cx="4953000" cy="1390650"/>
          </a:xfrm>
          <a:prstGeom xmlns:a="http://schemas.openxmlformats.org/drawingml/2006/main" prst="rect">
            <a:avLst/>
          </a:prstGeom>
          <a:solidFill xmlns:a="http://schemas.openxmlformats.org/drawingml/2006/main">
            <a:srgbClr val="FFFEFA"/>
          </a:solidFill>
          <a:ln xmlns:a="http://schemas.openxmlformats.org/drawingml/2006/main" w="0">
            <a:noFill/>
            <a:prstDash val="solid"/>
          </a:ln>
        </p:spPr>
      </p:sp>
      <p:sp>
        <p:nvSpPr>
          <p:cNvPr id="12" name="signal-number-3">
            <a:extLst xmlns:a="http://schemas.openxmlformats.org/drawingml/2006/main">
              <a:ext uri="{FF2B5EF4-FFF2-40B4-BE49-F238E27FC236}">
                <a16:creationId xmlns:a16="http://schemas.microsoft.com/office/drawing/2014/main" id="{FC8D9C34-D53C-4F79-969B-45B41A7EAC36}"/>
              </a:ext>
            </a:extLst>
          </p:cNvPr>
          <p:cNvSpPr>
            <a:spLocks xmlns:a="http://schemas.openxmlformats.org/drawingml/2006/main" noGrp="1"/>
          </p:cNvSpPr>
          <p:nvPr/>
        </p:nvSpPr>
        <p:spPr>
          <a:xfrm xmlns:a="http://schemas.openxmlformats.org/drawingml/2006/main">
            <a:off x="1066800" y="40957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03</a:t>
            </a:r>
          </a:p>
        </p:txBody>
      </p:sp>
      <p:sp>
        <p:nvSpPr>
          <p:cNvPr id="13" name="signal-heading-3">
            <a:extLst xmlns:a="http://schemas.openxmlformats.org/drawingml/2006/main">
              <a:ext uri="{FF2B5EF4-FFF2-40B4-BE49-F238E27FC236}">
                <a16:creationId xmlns:a16="http://schemas.microsoft.com/office/drawing/2014/main" id="{1D047ABF-03C2-4467-8617-8AFFDF0C7A2D}"/>
              </a:ext>
            </a:extLst>
          </p:cNvPr>
          <p:cNvSpPr>
            <a:spLocks xmlns:a="http://schemas.openxmlformats.org/drawingml/2006/main" noGrp="1"/>
          </p:cNvSpPr>
          <p:nvPr/>
        </p:nvSpPr>
        <p:spPr>
          <a:xfrm xmlns:a="http://schemas.openxmlformats.org/drawingml/2006/main">
            <a:off x="1619250" y="40386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Recent activity</a:t>
            </a:r>
          </a:p>
        </p:txBody>
      </p:sp>
      <p:sp>
        <p:nvSpPr>
          <p:cNvPr id="14" name="signal-copy-3">
            <a:extLst xmlns:a="http://schemas.openxmlformats.org/drawingml/2006/main">
              <a:ext uri="{FF2B5EF4-FFF2-40B4-BE49-F238E27FC236}">
                <a16:creationId xmlns:a16="http://schemas.microsoft.com/office/drawing/2014/main" id="{4239A7AD-FF95-4687-9879-2C9CBC9AF8CC}"/>
              </a:ext>
            </a:extLst>
          </p:cNvPr>
          <p:cNvSpPr>
            <a:spLocks xmlns:a="http://schemas.openxmlformats.org/drawingml/2006/main" noGrp="1"/>
          </p:cNvSpPr>
          <p:nvPr/>
        </p:nvSpPr>
        <p:spPr>
          <a:xfrm xmlns:a="http://schemas.openxmlformats.org/drawingml/2006/main">
            <a:off x="1619250" y="4457700"/>
            <a:ext cx="3886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5756B"/>
                </a:solidFill>
                <a:latin typeface="Arial"/>
                <a:ea typeface="Arial"/>
                <a:cs typeface="Arial"/>
              </a:defRPr>
            </a:defPPr>
            <a:lvl1pPr>
              <a:defRPr sz="1275" b="0">
                <a:solidFill>
                  <a:srgbClr val="65756B"/>
                </a:solidFill>
                <a:latin typeface="Arial"/>
                <a:ea typeface="Arial"/>
                <a:cs typeface="Arial"/>
              </a:defRPr>
            </a:lvl1pPr>
            <a:lvl2pPr>
              <a:defRPr sz="1275" b="0">
                <a:solidFill>
                  <a:srgbClr val="65756B"/>
                </a:solidFill>
                <a:latin typeface="Arial"/>
                <a:ea typeface="Arial"/>
                <a:cs typeface="Arial"/>
              </a:defRPr>
            </a:lvl2pPr>
            <a:lvl3pPr>
              <a:defRPr sz="1275" b="0">
                <a:solidFill>
                  <a:srgbClr val="65756B"/>
                </a:solidFill>
                <a:latin typeface="Arial"/>
                <a:ea typeface="Arial"/>
                <a:cs typeface="Arial"/>
              </a:defRPr>
            </a:lvl3pPr>
            <a:lvl4pPr>
              <a:defRPr sz="1275" b="0">
                <a:solidFill>
                  <a:srgbClr val="65756B"/>
                </a:solidFill>
                <a:latin typeface="Arial"/>
                <a:ea typeface="Arial"/>
                <a:cs typeface="Arial"/>
              </a:defRPr>
            </a:lvl4pPr>
            <a:lvl5pPr>
              <a:defRPr sz="1275" b="0">
                <a:solidFill>
                  <a:srgbClr val="65756B"/>
                </a:solidFill>
                <a:latin typeface="Arial"/>
                <a:ea typeface="Arial"/>
                <a:cs typeface="Arial"/>
              </a:defRPr>
            </a:lvl5pPr>
            <a:lvl6pPr>
              <a:defRPr sz="1275" b="0">
                <a:solidFill>
                  <a:srgbClr val="65756B"/>
                </a:solidFill>
                <a:latin typeface="Arial"/>
                <a:ea typeface="Arial"/>
                <a:cs typeface="Arial"/>
              </a:defRPr>
            </a:lvl6pPr>
            <a:lvl7pPr>
              <a:defRPr sz="1275" b="0">
                <a:solidFill>
                  <a:srgbClr val="65756B"/>
                </a:solidFill>
                <a:latin typeface="Arial"/>
                <a:ea typeface="Arial"/>
                <a:cs typeface="Arial"/>
              </a:defRPr>
            </a:lvl7pPr>
            <a:lvl8pPr>
              <a:defRPr sz="1275" b="0">
                <a:solidFill>
                  <a:srgbClr val="65756B"/>
                </a:solidFill>
                <a:latin typeface="Arial"/>
                <a:ea typeface="Arial"/>
                <a:cs typeface="Arial"/>
              </a:defRPr>
            </a:lvl8pPr>
            <a:lvl9pPr>
              <a:defRPr sz="1275" b="0">
                <a:solidFill>
                  <a:srgbClr val="65756B"/>
                </a:solidFill>
                <a:latin typeface="Arial"/>
                <a:ea typeface="Arial"/>
                <a:cs typeface="Arial"/>
              </a:defRPr>
            </a:lvl9pPr>
          </a:lstStyle>
          <a:p xmlns:a="http://schemas.openxmlformats.org/drawingml/2006/main">
            <a:pPr>
              <a:defRPr sz="1275" b="0">
                <a:solidFill>
                  <a:srgbClr val="65756B"/>
                </a:solidFill>
                <a:latin typeface="Arial"/>
                <a:ea typeface="Arial"/>
                <a:cs typeface="Arial"/>
              </a:defRPr>
            </a:pPr>
            <a:r>
              <a:rPr sz="1275" b="0">
                <a:solidFill>
                  <a:srgbClr val="65756B"/>
                </a:solidFill>
                <a:latin typeface="Arial"/>
                <a:ea typeface="Arial"/>
                <a:cs typeface="Arial"/>
              </a:rPr>
              <a:t>A recent update is a useful freshness clue, so older issues can be ranked lower.</a:t>
            </a:r>
          </a:p>
        </p:txBody>
      </p:sp>
      <p:sp>
        <p:nvSpPr>
          <p:cNvPr id="15" name="signal-card-4">
            <a:extLst xmlns:a="http://schemas.openxmlformats.org/drawingml/2006/main">
              <a:ext uri="{FF2B5EF4-FFF2-40B4-BE49-F238E27FC236}">
                <a16:creationId xmlns:a16="http://schemas.microsoft.com/office/drawing/2014/main" id="{99D3765D-7AC2-419D-B58E-4F1CA08F7447}"/>
              </a:ext>
            </a:extLst>
          </p:cNvPr>
          <p:cNvSpPr>
            <a:spLocks xmlns:a="http://schemas.openxmlformats.org/drawingml/2006/main" noGrp="1"/>
          </p:cNvSpPr>
          <p:nvPr/>
        </p:nvSpPr>
        <p:spPr>
          <a:xfrm xmlns:a="http://schemas.openxmlformats.org/drawingml/2006/main">
            <a:off x="6248400" y="3905250"/>
            <a:ext cx="4953000" cy="1390650"/>
          </a:xfrm>
          <a:prstGeom xmlns:a="http://schemas.openxmlformats.org/drawingml/2006/main" prst="rect">
            <a:avLst/>
          </a:prstGeom>
          <a:solidFill xmlns:a="http://schemas.openxmlformats.org/drawingml/2006/main">
            <a:srgbClr val="FFFEFA"/>
          </a:solidFill>
          <a:ln xmlns:a="http://schemas.openxmlformats.org/drawingml/2006/main" w="0">
            <a:noFill/>
            <a:prstDash val="solid"/>
          </a:ln>
        </p:spPr>
      </p:sp>
      <p:sp>
        <p:nvSpPr>
          <p:cNvPr id="16" name="signal-number-4">
            <a:extLst xmlns:a="http://schemas.openxmlformats.org/drawingml/2006/main">
              <a:ext uri="{FF2B5EF4-FFF2-40B4-BE49-F238E27FC236}">
                <a16:creationId xmlns:a16="http://schemas.microsoft.com/office/drawing/2014/main" id="{0284D778-7DD6-41AE-8D7E-AE40234C76D4}"/>
              </a:ext>
            </a:extLst>
          </p:cNvPr>
          <p:cNvSpPr>
            <a:spLocks xmlns:a="http://schemas.openxmlformats.org/drawingml/2006/main" noGrp="1"/>
          </p:cNvSpPr>
          <p:nvPr/>
        </p:nvSpPr>
        <p:spPr>
          <a:xfrm xmlns:a="http://schemas.openxmlformats.org/drawingml/2006/main">
            <a:off x="6438900" y="40957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04</a:t>
            </a:r>
          </a:p>
        </p:txBody>
      </p:sp>
      <p:sp>
        <p:nvSpPr>
          <p:cNvPr id="17" name="signal-heading-4">
            <a:extLst xmlns:a="http://schemas.openxmlformats.org/drawingml/2006/main">
              <a:ext uri="{FF2B5EF4-FFF2-40B4-BE49-F238E27FC236}">
                <a16:creationId xmlns:a16="http://schemas.microsoft.com/office/drawing/2014/main" id="{882DB131-771B-4E09-B432-F366B7F697C4}"/>
              </a:ext>
            </a:extLst>
          </p:cNvPr>
          <p:cNvSpPr>
            <a:spLocks xmlns:a="http://schemas.openxmlformats.org/drawingml/2006/main" noGrp="1"/>
          </p:cNvSpPr>
          <p:nvPr/>
        </p:nvSpPr>
        <p:spPr>
          <a:xfrm xmlns:a="http://schemas.openxmlformats.org/drawingml/2006/main">
            <a:off x="6991350" y="40386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20332B"/>
                </a:solidFill>
                <a:latin typeface="Arial"/>
                <a:ea typeface="Arial"/>
                <a:cs typeface="Arial"/>
              </a:defRPr>
            </a:defPPr>
            <a:lvl1pPr>
              <a:defRPr sz="1800" b="1">
                <a:solidFill>
                  <a:srgbClr val="20332B"/>
                </a:solidFill>
                <a:latin typeface="Arial"/>
                <a:ea typeface="Arial"/>
                <a:cs typeface="Arial"/>
              </a:defRPr>
            </a:lvl1pPr>
            <a:lvl2pPr>
              <a:defRPr sz="1800" b="1">
                <a:solidFill>
                  <a:srgbClr val="20332B"/>
                </a:solidFill>
                <a:latin typeface="Arial"/>
                <a:ea typeface="Arial"/>
                <a:cs typeface="Arial"/>
              </a:defRPr>
            </a:lvl2pPr>
            <a:lvl3pPr>
              <a:defRPr sz="1800" b="1">
                <a:solidFill>
                  <a:srgbClr val="20332B"/>
                </a:solidFill>
                <a:latin typeface="Arial"/>
                <a:ea typeface="Arial"/>
                <a:cs typeface="Arial"/>
              </a:defRPr>
            </a:lvl3pPr>
            <a:lvl4pPr>
              <a:defRPr sz="1800" b="1">
                <a:solidFill>
                  <a:srgbClr val="20332B"/>
                </a:solidFill>
                <a:latin typeface="Arial"/>
                <a:ea typeface="Arial"/>
                <a:cs typeface="Arial"/>
              </a:defRPr>
            </a:lvl4pPr>
            <a:lvl5pPr>
              <a:defRPr sz="1800" b="1">
                <a:solidFill>
                  <a:srgbClr val="20332B"/>
                </a:solidFill>
                <a:latin typeface="Arial"/>
                <a:ea typeface="Arial"/>
                <a:cs typeface="Arial"/>
              </a:defRPr>
            </a:lvl5pPr>
            <a:lvl6pPr>
              <a:defRPr sz="1800" b="1">
                <a:solidFill>
                  <a:srgbClr val="20332B"/>
                </a:solidFill>
                <a:latin typeface="Arial"/>
                <a:ea typeface="Arial"/>
                <a:cs typeface="Arial"/>
              </a:defRPr>
            </a:lvl6pPr>
            <a:lvl7pPr>
              <a:defRPr sz="1800" b="1">
                <a:solidFill>
                  <a:srgbClr val="20332B"/>
                </a:solidFill>
                <a:latin typeface="Arial"/>
                <a:ea typeface="Arial"/>
                <a:cs typeface="Arial"/>
              </a:defRPr>
            </a:lvl7pPr>
            <a:lvl8pPr>
              <a:defRPr sz="1800" b="1">
                <a:solidFill>
                  <a:srgbClr val="20332B"/>
                </a:solidFill>
                <a:latin typeface="Arial"/>
                <a:ea typeface="Arial"/>
                <a:cs typeface="Arial"/>
              </a:defRPr>
            </a:lvl8pPr>
            <a:lvl9pPr>
              <a:defRPr sz="1800" b="1">
                <a:solidFill>
                  <a:srgbClr val="20332B"/>
                </a:solidFill>
                <a:latin typeface="Arial"/>
                <a:ea typeface="Arial"/>
                <a:cs typeface="Arial"/>
              </a:defRPr>
            </a:lvl9pPr>
          </a:lstStyle>
          <a:p xmlns:a="http://schemas.openxmlformats.org/drawingml/2006/main">
            <a:pPr>
              <a:defRPr sz="1800" b="1">
                <a:solidFill>
                  <a:srgbClr val="20332B"/>
                </a:solidFill>
                <a:latin typeface="Arial"/>
                <a:ea typeface="Arial"/>
                <a:cs typeface="Arial"/>
              </a:defRPr>
            </a:pPr>
            <a:r>
              <a:rPr sz="1800" b="1">
                <a:solidFill>
                  <a:srgbClr val="20332B"/>
                </a:solidFill>
                <a:latin typeface="Arial"/>
                <a:ea typeface="Arial"/>
                <a:cs typeface="Arial"/>
              </a:rPr>
              <a:t>Useful description</a:t>
            </a:r>
          </a:p>
        </p:txBody>
      </p:sp>
      <p:sp>
        <p:nvSpPr>
          <p:cNvPr id="18" name="signal-copy-4">
            <a:extLst xmlns:a="http://schemas.openxmlformats.org/drawingml/2006/main">
              <a:ext uri="{FF2B5EF4-FFF2-40B4-BE49-F238E27FC236}">
                <a16:creationId xmlns:a16="http://schemas.microsoft.com/office/drawing/2014/main" id="{A1A94FC1-06D0-455F-9FA6-1F66E807E925}"/>
              </a:ext>
            </a:extLst>
          </p:cNvPr>
          <p:cNvSpPr>
            <a:spLocks xmlns:a="http://schemas.openxmlformats.org/drawingml/2006/main" noGrp="1"/>
          </p:cNvSpPr>
          <p:nvPr/>
        </p:nvSpPr>
        <p:spPr>
          <a:xfrm xmlns:a="http://schemas.openxmlformats.org/drawingml/2006/main">
            <a:off x="6991350" y="4457700"/>
            <a:ext cx="3886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5756B"/>
                </a:solidFill>
                <a:latin typeface="Arial"/>
                <a:ea typeface="Arial"/>
                <a:cs typeface="Arial"/>
              </a:defRPr>
            </a:defPPr>
            <a:lvl1pPr>
              <a:defRPr sz="1275" b="0">
                <a:solidFill>
                  <a:srgbClr val="65756B"/>
                </a:solidFill>
                <a:latin typeface="Arial"/>
                <a:ea typeface="Arial"/>
                <a:cs typeface="Arial"/>
              </a:defRPr>
            </a:lvl1pPr>
            <a:lvl2pPr>
              <a:defRPr sz="1275" b="0">
                <a:solidFill>
                  <a:srgbClr val="65756B"/>
                </a:solidFill>
                <a:latin typeface="Arial"/>
                <a:ea typeface="Arial"/>
                <a:cs typeface="Arial"/>
              </a:defRPr>
            </a:lvl2pPr>
            <a:lvl3pPr>
              <a:defRPr sz="1275" b="0">
                <a:solidFill>
                  <a:srgbClr val="65756B"/>
                </a:solidFill>
                <a:latin typeface="Arial"/>
                <a:ea typeface="Arial"/>
                <a:cs typeface="Arial"/>
              </a:defRPr>
            </a:lvl3pPr>
            <a:lvl4pPr>
              <a:defRPr sz="1275" b="0">
                <a:solidFill>
                  <a:srgbClr val="65756B"/>
                </a:solidFill>
                <a:latin typeface="Arial"/>
                <a:ea typeface="Arial"/>
                <a:cs typeface="Arial"/>
              </a:defRPr>
            </a:lvl4pPr>
            <a:lvl5pPr>
              <a:defRPr sz="1275" b="0">
                <a:solidFill>
                  <a:srgbClr val="65756B"/>
                </a:solidFill>
                <a:latin typeface="Arial"/>
                <a:ea typeface="Arial"/>
                <a:cs typeface="Arial"/>
              </a:defRPr>
            </a:lvl5pPr>
            <a:lvl6pPr>
              <a:defRPr sz="1275" b="0">
                <a:solidFill>
                  <a:srgbClr val="65756B"/>
                </a:solidFill>
                <a:latin typeface="Arial"/>
                <a:ea typeface="Arial"/>
                <a:cs typeface="Arial"/>
              </a:defRPr>
            </a:lvl6pPr>
            <a:lvl7pPr>
              <a:defRPr sz="1275" b="0">
                <a:solidFill>
                  <a:srgbClr val="65756B"/>
                </a:solidFill>
                <a:latin typeface="Arial"/>
                <a:ea typeface="Arial"/>
                <a:cs typeface="Arial"/>
              </a:defRPr>
            </a:lvl7pPr>
            <a:lvl8pPr>
              <a:defRPr sz="1275" b="0">
                <a:solidFill>
                  <a:srgbClr val="65756B"/>
                </a:solidFill>
                <a:latin typeface="Arial"/>
                <a:ea typeface="Arial"/>
                <a:cs typeface="Arial"/>
              </a:defRPr>
            </a:lvl8pPr>
            <a:lvl9pPr>
              <a:defRPr sz="1275" b="0">
                <a:solidFill>
                  <a:srgbClr val="65756B"/>
                </a:solidFill>
                <a:latin typeface="Arial"/>
                <a:ea typeface="Arial"/>
                <a:cs typeface="Arial"/>
              </a:defRPr>
            </a:lvl9pPr>
          </a:lstStyle>
          <a:p xmlns:a="http://schemas.openxmlformats.org/drawingml/2006/main">
            <a:pPr>
              <a:defRPr sz="1275" b="0">
                <a:solidFill>
                  <a:srgbClr val="65756B"/>
                </a:solidFill>
                <a:latin typeface="Arial"/>
                <a:ea typeface="Arial"/>
                <a:cs typeface="Arial"/>
              </a:defRPr>
            </a:pPr>
            <a:r>
              <a:rPr sz="1275" b="0">
                <a:solidFill>
                  <a:srgbClr val="65756B"/>
                </a:solidFill>
                <a:latin typeface="Arial"/>
                <a:ea typeface="Arial"/>
                <a:cs typeface="Arial"/>
              </a:rPr>
              <a:t>Issues with a clear title and body are easier to understand before you commit.</a:t>
            </a:r>
          </a:p>
        </p:txBody>
      </p:sp>
      <p:sp>
        <p:nvSpPr>
          <p:cNvPr id="19" name="signals-note">
            <a:extLst xmlns:a="http://schemas.openxmlformats.org/drawingml/2006/main">
              <a:ext uri="{FF2B5EF4-FFF2-40B4-BE49-F238E27FC236}">
                <a16:creationId xmlns:a16="http://schemas.microsoft.com/office/drawing/2014/main" id="{93FB4BF4-8CDC-4087-B24E-3EA92B2DAF67}"/>
              </a:ext>
            </a:extLst>
          </p:cNvPr>
          <p:cNvSpPr>
            <a:spLocks xmlns:a="http://schemas.openxmlformats.org/drawingml/2006/main" noGrp="1"/>
          </p:cNvSpPr>
          <p:nvPr/>
        </p:nvSpPr>
        <p:spPr>
          <a:xfrm xmlns:a="http://schemas.openxmlformats.org/drawingml/2006/main">
            <a:off x="895350" y="56388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244A3D"/>
                </a:solidFill>
                <a:latin typeface="Arial"/>
                <a:ea typeface="Arial"/>
                <a:cs typeface="Arial"/>
              </a:defRPr>
            </a:defPPr>
            <a:lvl1pPr>
              <a:defRPr sz="1350" b="1">
                <a:solidFill>
                  <a:srgbClr val="244A3D"/>
                </a:solidFill>
                <a:latin typeface="Arial"/>
                <a:ea typeface="Arial"/>
                <a:cs typeface="Arial"/>
              </a:defRPr>
            </a:lvl1pPr>
            <a:lvl2pPr>
              <a:defRPr sz="1350" b="1">
                <a:solidFill>
                  <a:srgbClr val="244A3D"/>
                </a:solidFill>
                <a:latin typeface="Arial"/>
                <a:ea typeface="Arial"/>
                <a:cs typeface="Arial"/>
              </a:defRPr>
            </a:lvl2pPr>
            <a:lvl3pPr>
              <a:defRPr sz="1350" b="1">
                <a:solidFill>
                  <a:srgbClr val="244A3D"/>
                </a:solidFill>
                <a:latin typeface="Arial"/>
                <a:ea typeface="Arial"/>
                <a:cs typeface="Arial"/>
              </a:defRPr>
            </a:lvl3pPr>
            <a:lvl4pPr>
              <a:defRPr sz="1350" b="1">
                <a:solidFill>
                  <a:srgbClr val="244A3D"/>
                </a:solidFill>
                <a:latin typeface="Arial"/>
                <a:ea typeface="Arial"/>
                <a:cs typeface="Arial"/>
              </a:defRPr>
            </a:lvl4pPr>
            <a:lvl5pPr>
              <a:defRPr sz="1350" b="1">
                <a:solidFill>
                  <a:srgbClr val="244A3D"/>
                </a:solidFill>
                <a:latin typeface="Arial"/>
                <a:ea typeface="Arial"/>
                <a:cs typeface="Arial"/>
              </a:defRPr>
            </a:lvl5pPr>
            <a:lvl6pPr>
              <a:defRPr sz="1350" b="1">
                <a:solidFill>
                  <a:srgbClr val="244A3D"/>
                </a:solidFill>
                <a:latin typeface="Arial"/>
                <a:ea typeface="Arial"/>
                <a:cs typeface="Arial"/>
              </a:defRPr>
            </a:lvl6pPr>
            <a:lvl7pPr>
              <a:defRPr sz="1350" b="1">
                <a:solidFill>
                  <a:srgbClr val="244A3D"/>
                </a:solidFill>
                <a:latin typeface="Arial"/>
                <a:ea typeface="Arial"/>
                <a:cs typeface="Arial"/>
              </a:defRPr>
            </a:lvl7pPr>
            <a:lvl8pPr>
              <a:defRPr sz="1350" b="1">
                <a:solidFill>
                  <a:srgbClr val="244A3D"/>
                </a:solidFill>
                <a:latin typeface="Arial"/>
                <a:ea typeface="Arial"/>
                <a:cs typeface="Arial"/>
              </a:defRPr>
            </a:lvl8pPr>
            <a:lvl9pPr>
              <a:defRPr sz="1350" b="1">
                <a:solidFill>
                  <a:srgbClr val="244A3D"/>
                </a:solidFill>
                <a:latin typeface="Arial"/>
                <a:ea typeface="Arial"/>
                <a:cs typeface="Arial"/>
              </a:defRPr>
            </a:lvl9pPr>
          </a:lstStyle>
          <a:p xmlns:a="http://schemas.openxmlformats.org/drawingml/2006/main">
            <a:pPr>
              <a:defRPr sz="1350" b="1">
                <a:solidFill>
                  <a:srgbClr val="244A3D"/>
                </a:solidFill>
                <a:latin typeface="Arial"/>
                <a:ea typeface="Arial"/>
                <a:cs typeface="Arial"/>
              </a:defRPr>
            </a:pPr>
            <a:r>
              <a:rPr sz="1350" b="1">
                <a:solidFill>
                  <a:srgbClr val="244A3D"/>
                </a:solidFill>
                <a:latin typeface="Arial"/>
                <a:ea typeface="Arial"/>
                <a:cs typeface="Arial"/>
              </a:rPr>
              <a:t>These are ranking clues, not a promise that an issue is easy or still available.</a:t>
            </a:r>
          </a:p>
        </p:txBody>
      </p:sp>
      <p:sp>
        <p:nvSpPr>
          <p:cNvPr id="20" name="slide-number-5">
            <a:extLst xmlns:a="http://schemas.openxmlformats.org/drawingml/2006/main">
              <a:ext uri="{FF2B5EF4-FFF2-40B4-BE49-F238E27FC236}">
                <a16:creationId xmlns:a16="http://schemas.microsoft.com/office/drawing/2014/main" id="{BBE1648E-8460-4A67-AFAE-A4F09511111C}"/>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5756B"/>
                </a:solidFill>
                <a:latin typeface="Arial"/>
                <a:ea typeface="Arial"/>
                <a:cs typeface="Arial"/>
              </a:defRPr>
            </a:defPPr>
            <a:lvl1pPr>
              <a:defRPr sz="1050" b="1">
                <a:solidFill>
                  <a:srgbClr val="65756B"/>
                </a:solidFill>
                <a:latin typeface="Arial"/>
                <a:ea typeface="Arial"/>
                <a:cs typeface="Arial"/>
              </a:defRPr>
            </a:lvl1pPr>
            <a:lvl2pPr>
              <a:defRPr sz="1050" b="1">
                <a:solidFill>
                  <a:srgbClr val="65756B"/>
                </a:solidFill>
                <a:latin typeface="Arial"/>
                <a:ea typeface="Arial"/>
                <a:cs typeface="Arial"/>
              </a:defRPr>
            </a:lvl2pPr>
            <a:lvl3pPr>
              <a:defRPr sz="1050" b="1">
                <a:solidFill>
                  <a:srgbClr val="65756B"/>
                </a:solidFill>
                <a:latin typeface="Arial"/>
                <a:ea typeface="Arial"/>
                <a:cs typeface="Arial"/>
              </a:defRPr>
            </a:lvl3pPr>
            <a:lvl4pPr>
              <a:defRPr sz="1050" b="1">
                <a:solidFill>
                  <a:srgbClr val="65756B"/>
                </a:solidFill>
                <a:latin typeface="Arial"/>
                <a:ea typeface="Arial"/>
                <a:cs typeface="Arial"/>
              </a:defRPr>
            </a:lvl4pPr>
            <a:lvl5pPr>
              <a:defRPr sz="1050" b="1">
                <a:solidFill>
                  <a:srgbClr val="65756B"/>
                </a:solidFill>
                <a:latin typeface="Arial"/>
                <a:ea typeface="Arial"/>
                <a:cs typeface="Arial"/>
              </a:defRPr>
            </a:lvl5pPr>
            <a:lvl6pPr>
              <a:defRPr sz="1050" b="1">
                <a:solidFill>
                  <a:srgbClr val="65756B"/>
                </a:solidFill>
                <a:latin typeface="Arial"/>
                <a:ea typeface="Arial"/>
                <a:cs typeface="Arial"/>
              </a:defRPr>
            </a:lvl6pPr>
            <a:lvl7pPr>
              <a:defRPr sz="1050" b="1">
                <a:solidFill>
                  <a:srgbClr val="65756B"/>
                </a:solidFill>
                <a:latin typeface="Arial"/>
                <a:ea typeface="Arial"/>
                <a:cs typeface="Arial"/>
              </a:defRPr>
            </a:lvl7pPr>
            <a:lvl8pPr>
              <a:defRPr sz="1050" b="1">
                <a:solidFill>
                  <a:srgbClr val="65756B"/>
                </a:solidFill>
                <a:latin typeface="Arial"/>
                <a:ea typeface="Arial"/>
                <a:cs typeface="Arial"/>
              </a:defRPr>
            </a:lvl8pPr>
            <a:lvl9pPr>
              <a:defRPr sz="1050" b="1">
                <a:solidFill>
                  <a:srgbClr val="65756B"/>
                </a:solidFill>
                <a:latin typeface="Arial"/>
                <a:ea typeface="Arial"/>
                <a:cs typeface="Arial"/>
              </a:defRPr>
            </a:lvl9pPr>
          </a:lstStyle>
          <a:p xmlns:a="http://schemas.openxmlformats.org/drawingml/2006/main">
            <a:pPr>
              <a:defRPr sz="1050" b="1">
                <a:solidFill>
                  <a:srgbClr val="65756B"/>
                </a:solidFill>
                <a:latin typeface="Arial"/>
                <a:ea typeface="Arial"/>
                <a:cs typeface="Arial"/>
              </a:defRPr>
            </a:pPr>
            <a:r>
              <a:rPr sz="1050" b="1">
                <a:solidFill>
                  <a:srgbClr val="65756B"/>
                </a:solidFill>
                <a:latin typeface="Arial"/>
                <a:ea typeface="Arial"/>
                <a:cs typeface="Arial"/>
              </a:rPr>
              <a:t>05 / 08</a:t>
            </a:r>
          </a:p>
        </p:txBody>
      </p:sp>
    </p:spTree>
    <p:extLst>
      <p:ext uri="{BB962C8B-B14F-4D97-AF65-F5344CB8AC3E}">
        <p14:creationId xmlns:p14="http://schemas.microsoft.com/office/powerpoint/2010/main" val="1400983762"/>
      </p:ext>
    </p:extLst>
  </p:cSld>
</p:sld>
</file>

<file path=ppt/slides/slide6.xml><?xml version="1.0" encoding="utf-8"?>
<p:sld xmlns:p="http://schemas.openxmlformats.org/presentationml/2006/main">
  <p:cSld>
    <p:bg>
      <p:bgPr>
        <a:solidFill xmlns:a="http://schemas.openxmlformats.org/drawingml/2006/main">
          <a:srgbClr val="E2EBDD"/>
        </a:solidFill>
      </p:bgPr>
    </p:bg>
    <p:spTree>
      <p:nvGrpSpPr>
        <p:cNvPr id="1" name=""/>
        <p:cNvGrpSpPr/>
        <p:nvPr/>
      </p:nvGrpSpPr>
      <p:grpSpPr>
        <a:xfrm xmlns:a="http://schemas.openxmlformats.org/drawingml/2006/main"/>
      </p:grpSpPr>
      <p:sp>
        <p:nvSpPr>
          <p:cNvPr id="14" name="build-title">
            <a:extLst xmlns:a="http://schemas.openxmlformats.org/drawingml/2006/main">
              <a:ext uri="{FF2B5EF4-FFF2-40B4-BE49-F238E27FC236}">
                <a16:creationId xmlns:a16="http://schemas.microsoft.com/office/drawing/2014/main" id="{DACC4383-29F6-435B-8F17-204582655764}"/>
              </a:ext>
            </a:extLst>
          </p:cNvPr>
          <p:cNvSpPr>
            <a:spLocks xmlns:a="http://schemas.openxmlformats.org/drawingml/2006/main" noGrp="1"/>
          </p:cNvSpPr>
          <p:nvPr/>
        </p:nvSpPr>
        <p:spPr>
          <a:xfrm xmlns:a="http://schemas.openxmlformats.org/drawingml/2006/main">
            <a:off x="800100" y="5905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20332B"/>
                </a:solidFill>
                <a:latin typeface="Arial"/>
                <a:ea typeface="Arial"/>
                <a:cs typeface="Arial"/>
              </a:defRPr>
            </a:defPPr>
            <a:lvl1pPr>
              <a:defRPr sz="4050" b="1">
                <a:solidFill>
                  <a:srgbClr val="20332B"/>
                </a:solidFill>
                <a:latin typeface="Arial"/>
                <a:ea typeface="Arial"/>
                <a:cs typeface="Arial"/>
              </a:defRPr>
            </a:lvl1pPr>
            <a:lvl2pPr>
              <a:defRPr sz="4050" b="1">
                <a:solidFill>
                  <a:srgbClr val="20332B"/>
                </a:solidFill>
                <a:latin typeface="Arial"/>
                <a:ea typeface="Arial"/>
                <a:cs typeface="Arial"/>
              </a:defRPr>
            </a:lvl2pPr>
            <a:lvl3pPr>
              <a:defRPr sz="4050" b="1">
                <a:solidFill>
                  <a:srgbClr val="20332B"/>
                </a:solidFill>
                <a:latin typeface="Arial"/>
                <a:ea typeface="Arial"/>
                <a:cs typeface="Arial"/>
              </a:defRPr>
            </a:lvl3pPr>
            <a:lvl4pPr>
              <a:defRPr sz="4050" b="1">
                <a:solidFill>
                  <a:srgbClr val="20332B"/>
                </a:solidFill>
                <a:latin typeface="Arial"/>
                <a:ea typeface="Arial"/>
                <a:cs typeface="Arial"/>
              </a:defRPr>
            </a:lvl4pPr>
            <a:lvl5pPr>
              <a:defRPr sz="4050" b="1">
                <a:solidFill>
                  <a:srgbClr val="20332B"/>
                </a:solidFill>
                <a:latin typeface="Arial"/>
                <a:ea typeface="Arial"/>
                <a:cs typeface="Arial"/>
              </a:defRPr>
            </a:lvl5pPr>
            <a:lvl6pPr>
              <a:defRPr sz="4050" b="1">
                <a:solidFill>
                  <a:srgbClr val="20332B"/>
                </a:solidFill>
                <a:latin typeface="Arial"/>
                <a:ea typeface="Arial"/>
                <a:cs typeface="Arial"/>
              </a:defRPr>
            </a:lvl6pPr>
            <a:lvl7pPr>
              <a:defRPr sz="4050" b="1">
                <a:solidFill>
                  <a:srgbClr val="20332B"/>
                </a:solidFill>
                <a:latin typeface="Arial"/>
                <a:ea typeface="Arial"/>
                <a:cs typeface="Arial"/>
              </a:defRPr>
            </a:lvl7pPr>
            <a:lvl8pPr>
              <a:defRPr sz="4050" b="1">
                <a:solidFill>
                  <a:srgbClr val="20332B"/>
                </a:solidFill>
                <a:latin typeface="Arial"/>
                <a:ea typeface="Arial"/>
                <a:cs typeface="Arial"/>
              </a:defRPr>
            </a:lvl8pPr>
            <a:lvl9pPr>
              <a:defRPr sz="4050" b="1">
                <a:solidFill>
                  <a:srgbClr val="20332B"/>
                </a:solidFill>
                <a:latin typeface="Arial"/>
                <a:ea typeface="Arial"/>
                <a:cs typeface="Arial"/>
              </a:defRPr>
            </a:lvl9pPr>
          </a:lstStyle>
          <a:p xmlns:a="http://schemas.openxmlformats.org/drawingml/2006/main">
            <a:pPr>
              <a:defRPr sz="4050" b="1">
                <a:solidFill>
                  <a:srgbClr val="20332B"/>
                </a:solidFill>
                <a:latin typeface="Arial"/>
                <a:ea typeface="Arial"/>
                <a:cs typeface="Arial"/>
              </a:defRPr>
            </a:pPr>
            <a:r>
              <a:rPr sz="4050" b="1">
                <a:solidFill>
                  <a:srgbClr val="20332B"/>
                </a:solidFill>
                <a:latin typeface="Arial"/>
                <a:ea typeface="Arial"/>
                <a:cs typeface="Arial"/>
              </a:rPr>
              <a:t>How the website works</a:t>
            </a:r>
          </a:p>
        </p:txBody>
      </p:sp>
      <p:sp>
        <p:nvSpPr>
          <p:cNvPr id="2" name="build-intro">
            <a:extLst xmlns:a="http://schemas.openxmlformats.org/drawingml/2006/main">
              <a:ext uri="{FF2B5EF4-FFF2-40B4-BE49-F238E27FC236}">
                <a16:creationId xmlns:a16="http://schemas.microsoft.com/office/drawing/2014/main" id="{F3A40C26-B17A-4558-8C2C-094163A46410}"/>
              </a:ext>
            </a:extLst>
          </p:cNvPr>
          <p:cNvSpPr>
            <a:spLocks xmlns:a="http://schemas.openxmlformats.org/drawingml/2006/main" noGrp="1"/>
          </p:cNvSpPr>
          <p:nvPr/>
        </p:nvSpPr>
        <p:spPr>
          <a:xfrm xmlns:a="http://schemas.openxmlformats.org/drawingml/2006/main">
            <a:off x="838200" y="13716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5756B"/>
                </a:solidFill>
                <a:latin typeface="Arial"/>
                <a:ea typeface="Arial"/>
                <a:cs typeface="Arial"/>
              </a:defRPr>
            </a:defPPr>
            <a:lvl1pPr>
              <a:defRPr sz="1800" b="0">
                <a:solidFill>
                  <a:srgbClr val="65756B"/>
                </a:solidFill>
                <a:latin typeface="Arial"/>
                <a:ea typeface="Arial"/>
                <a:cs typeface="Arial"/>
              </a:defRPr>
            </a:lvl1pPr>
            <a:lvl2pPr>
              <a:defRPr sz="1800" b="0">
                <a:solidFill>
                  <a:srgbClr val="65756B"/>
                </a:solidFill>
                <a:latin typeface="Arial"/>
                <a:ea typeface="Arial"/>
                <a:cs typeface="Arial"/>
              </a:defRPr>
            </a:lvl2pPr>
            <a:lvl3pPr>
              <a:defRPr sz="1800" b="0">
                <a:solidFill>
                  <a:srgbClr val="65756B"/>
                </a:solidFill>
                <a:latin typeface="Arial"/>
                <a:ea typeface="Arial"/>
                <a:cs typeface="Arial"/>
              </a:defRPr>
            </a:lvl3pPr>
            <a:lvl4pPr>
              <a:defRPr sz="1800" b="0">
                <a:solidFill>
                  <a:srgbClr val="65756B"/>
                </a:solidFill>
                <a:latin typeface="Arial"/>
                <a:ea typeface="Arial"/>
                <a:cs typeface="Arial"/>
              </a:defRPr>
            </a:lvl4pPr>
            <a:lvl5pPr>
              <a:defRPr sz="1800" b="0">
                <a:solidFill>
                  <a:srgbClr val="65756B"/>
                </a:solidFill>
                <a:latin typeface="Arial"/>
                <a:ea typeface="Arial"/>
                <a:cs typeface="Arial"/>
              </a:defRPr>
            </a:lvl5pPr>
            <a:lvl6pPr>
              <a:defRPr sz="1800" b="0">
                <a:solidFill>
                  <a:srgbClr val="65756B"/>
                </a:solidFill>
                <a:latin typeface="Arial"/>
                <a:ea typeface="Arial"/>
                <a:cs typeface="Arial"/>
              </a:defRPr>
            </a:lvl6pPr>
            <a:lvl7pPr>
              <a:defRPr sz="1800" b="0">
                <a:solidFill>
                  <a:srgbClr val="65756B"/>
                </a:solidFill>
                <a:latin typeface="Arial"/>
                <a:ea typeface="Arial"/>
                <a:cs typeface="Arial"/>
              </a:defRPr>
            </a:lvl7pPr>
            <a:lvl8pPr>
              <a:defRPr sz="1800" b="0">
                <a:solidFill>
                  <a:srgbClr val="65756B"/>
                </a:solidFill>
                <a:latin typeface="Arial"/>
                <a:ea typeface="Arial"/>
                <a:cs typeface="Arial"/>
              </a:defRPr>
            </a:lvl8pPr>
            <a:lvl9pPr>
              <a:defRPr sz="1800" b="0">
                <a:solidFill>
                  <a:srgbClr val="65756B"/>
                </a:solidFill>
                <a:latin typeface="Arial"/>
                <a:ea typeface="Arial"/>
                <a:cs typeface="Arial"/>
              </a:defRPr>
            </a:lvl9pPr>
          </a:lstStyle>
          <a:p xmlns:a="http://schemas.openxmlformats.org/drawingml/2006/main">
            <a:pPr>
              <a:defRPr sz="1800" b="0">
                <a:solidFill>
                  <a:srgbClr val="65756B"/>
                </a:solidFill>
                <a:latin typeface="Arial"/>
                <a:ea typeface="Arial"/>
                <a:cs typeface="Arial"/>
              </a:defRPr>
            </a:pPr>
            <a:r>
              <a:rPr sz="1800" b="0">
                <a:solidFill>
                  <a:srgbClr val="65756B"/>
                </a:solidFill>
                <a:latin typeface="Arial"/>
                <a:ea typeface="Arial"/>
                <a:cs typeface="Arial"/>
              </a:rPr>
              <a:t>A lightweight browser interface connects to a small server and GitHub.</a:t>
            </a:r>
          </a:p>
        </p:txBody>
      </p:sp>
      <p:sp>
        <p:nvSpPr>
          <p:cNvPr id="3" name="frontend-label">
            <a:extLst xmlns:a="http://schemas.openxmlformats.org/drawingml/2006/main">
              <a:ext uri="{FF2B5EF4-FFF2-40B4-BE49-F238E27FC236}">
                <a16:creationId xmlns:a16="http://schemas.microsoft.com/office/drawing/2014/main" id="{DBA706FD-07DA-4CDF-9768-64EBFA2F5651}"/>
              </a:ext>
            </a:extLst>
          </p:cNvPr>
          <p:cNvSpPr>
            <a:spLocks xmlns:a="http://schemas.openxmlformats.org/drawingml/2006/main" noGrp="1"/>
          </p:cNvSpPr>
          <p:nvPr/>
        </p:nvSpPr>
        <p:spPr>
          <a:xfrm xmlns:a="http://schemas.openxmlformats.org/drawingml/2006/main">
            <a:off x="876300" y="22098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01  /  IN THE BROWSER</a:t>
            </a:r>
          </a:p>
        </p:txBody>
      </p:sp>
      <p:sp>
        <p:nvSpPr>
          <p:cNvPr id="4" name="frontend-title">
            <a:extLst xmlns:a="http://schemas.openxmlformats.org/drawingml/2006/main">
              <a:ext uri="{FF2B5EF4-FFF2-40B4-BE49-F238E27FC236}">
                <a16:creationId xmlns:a16="http://schemas.microsoft.com/office/drawing/2014/main" id="{A13E3066-206F-499D-B758-6791D85D5862}"/>
              </a:ext>
            </a:extLst>
          </p:cNvPr>
          <p:cNvSpPr>
            <a:spLocks xmlns:a="http://schemas.openxmlformats.org/drawingml/2006/main" noGrp="1"/>
          </p:cNvSpPr>
          <p:nvPr/>
        </p:nvSpPr>
        <p:spPr>
          <a:xfrm xmlns:a="http://schemas.openxmlformats.org/drawingml/2006/main">
            <a:off x="838200" y="2609850"/>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8382F"/>
                </a:solidFill>
                <a:latin typeface="Arial"/>
                <a:ea typeface="Arial"/>
                <a:cs typeface="Arial"/>
              </a:defRPr>
            </a:defPPr>
            <a:lvl1pPr>
              <a:defRPr sz="2400" b="1">
                <a:solidFill>
                  <a:srgbClr val="18382F"/>
                </a:solidFill>
                <a:latin typeface="Arial"/>
                <a:ea typeface="Arial"/>
                <a:cs typeface="Arial"/>
              </a:defRPr>
            </a:lvl1pPr>
            <a:lvl2pPr>
              <a:defRPr sz="2400" b="1">
                <a:solidFill>
                  <a:srgbClr val="18382F"/>
                </a:solidFill>
                <a:latin typeface="Arial"/>
                <a:ea typeface="Arial"/>
                <a:cs typeface="Arial"/>
              </a:defRPr>
            </a:lvl2pPr>
            <a:lvl3pPr>
              <a:defRPr sz="2400" b="1">
                <a:solidFill>
                  <a:srgbClr val="18382F"/>
                </a:solidFill>
                <a:latin typeface="Arial"/>
                <a:ea typeface="Arial"/>
                <a:cs typeface="Arial"/>
              </a:defRPr>
            </a:lvl3pPr>
            <a:lvl4pPr>
              <a:defRPr sz="2400" b="1">
                <a:solidFill>
                  <a:srgbClr val="18382F"/>
                </a:solidFill>
                <a:latin typeface="Arial"/>
                <a:ea typeface="Arial"/>
                <a:cs typeface="Arial"/>
              </a:defRPr>
            </a:lvl4pPr>
            <a:lvl5pPr>
              <a:defRPr sz="2400" b="1">
                <a:solidFill>
                  <a:srgbClr val="18382F"/>
                </a:solidFill>
                <a:latin typeface="Arial"/>
                <a:ea typeface="Arial"/>
                <a:cs typeface="Arial"/>
              </a:defRPr>
            </a:lvl5pPr>
            <a:lvl6pPr>
              <a:defRPr sz="2400" b="1">
                <a:solidFill>
                  <a:srgbClr val="18382F"/>
                </a:solidFill>
                <a:latin typeface="Arial"/>
                <a:ea typeface="Arial"/>
                <a:cs typeface="Arial"/>
              </a:defRPr>
            </a:lvl6pPr>
            <a:lvl7pPr>
              <a:defRPr sz="2400" b="1">
                <a:solidFill>
                  <a:srgbClr val="18382F"/>
                </a:solidFill>
                <a:latin typeface="Arial"/>
                <a:ea typeface="Arial"/>
                <a:cs typeface="Arial"/>
              </a:defRPr>
            </a:lvl7pPr>
            <a:lvl8pPr>
              <a:defRPr sz="2400" b="1">
                <a:solidFill>
                  <a:srgbClr val="18382F"/>
                </a:solidFill>
                <a:latin typeface="Arial"/>
                <a:ea typeface="Arial"/>
                <a:cs typeface="Arial"/>
              </a:defRPr>
            </a:lvl8pPr>
            <a:lvl9pPr>
              <a:defRPr sz="2400" b="1">
                <a:solidFill>
                  <a:srgbClr val="18382F"/>
                </a:solidFill>
                <a:latin typeface="Arial"/>
                <a:ea typeface="Arial"/>
                <a:cs typeface="Arial"/>
              </a:defRPr>
            </a:lvl9pPr>
          </a:lstStyle>
          <a:p xmlns:a="http://schemas.openxmlformats.org/drawingml/2006/main">
            <a:pPr>
              <a:defRPr sz="2400" b="1">
                <a:solidFill>
                  <a:srgbClr val="18382F"/>
                </a:solidFill>
                <a:latin typeface="Arial"/>
                <a:ea typeface="Arial"/>
                <a:cs typeface="Arial"/>
              </a:defRPr>
            </a:pPr>
            <a:r>
              <a:rPr sz="2400" b="1">
                <a:solidFill>
                  <a:srgbClr val="18382F"/>
                </a:solidFill>
                <a:latin typeface="Arial"/>
                <a:ea typeface="Arial"/>
                <a:cs typeface="Arial"/>
              </a:rPr>
              <a:t>What the visitor sees</a:t>
            </a:r>
          </a:p>
        </p:txBody>
      </p:sp>
      <p:sp>
        <p:nvSpPr>
          <p:cNvPr id="5" name="frontend-copy">
            <a:extLst xmlns:a="http://schemas.openxmlformats.org/drawingml/2006/main">
              <a:ext uri="{FF2B5EF4-FFF2-40B4-BE49-F238E27FC236}">
                <a16:creationId xmlns:a16="http://schemas.microsoft.com/office/drawing/2014/main" id="{E3543775-D7B8-4682-85BF-24D192C3AF03}"/>
              </a:ext>
            </a:extLst>
          </p:cNvPr>
          <p:cNvSpPr>
            <a:spLocks xmlns:a="http://schemas.openxmlformats.org/drawingml/2006/main" noGrp="1"/>
          </p:cNvSpPr>
          <p:nvPr/>
        </p:nvSpPr>
        <p:spPr>
          <a:xfrm xmlns:a="http://schemas.openxmlformats.org/drawingml/2006/main">
            <a:off x="876300" y="32385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0332B"/>
                </a:solidFill>
                <a:latin typeface="Arial"/>
                <a:ea typeface="Arial"/>
                <a:cs typeface="Arial"/>
              </a:defRPr>
            </a:defPPr>
            <a:lvl1pPr>
              <a:defRPr sz="1500" b="0">
                <a:solidFill>
                  <a:srgbClr val="20332B"/>
                </a:solidFill>
                <a:latin typeface="Arial"/>
                <a:ea typeface="Arial"/>
                <a:cs typeface="Arial"/>
              </a:defRPr>
            </a:lvl1pPr>
            <a:lvl2pPr>
              <a:defRPr sz="1500" b="0">
                <a:solidFill>
                  <a:srgbClr val="20332B"/>
                </a:solidFill>
                <a:latin typeface="Arial"/>
                <a:ea typeface="Arial"/>
                <a:cs typeface="Arial"/>
              </a:defRPr>
            </a:lvl2pPr>
            <a:lvl3pPr>
              <a:defRPr sz="1500" b="0">
                <a:solidFill>
                  <a:srgbClr val="20332B"/>
                </a:solidFill>
                <a:latin typeface="Arial"/>
                <a:ea typeface="Arial"/>
                <a:cs typeface="Arial"/>
              </a:defRPr>
            </a:lvl3pPr>
            <a:lvl4pPr>
              <a:defRPr sz="1500" b="0">
                <a:solidFill>
                  <a:srgbClr val="20332B"/>
                </a:solidFill>
                <a:latin typeface="Arial"/>
                <a:ea typeface="Arial"/>
                <a:cs typeface="Arial"/>
              </a:defRPr>
            </a:lvl4pPr>
            <a:lvl5pPr>
              <a:defRPr sz="1500" b="0">
                <a:solidFill>
                  <a:srgbClr val="20332B"/>
                </a:solidFill>
                <a:latin typeface="Arial"/>
                <a:ea typeface="Arial"/>
                <a:cs typeface="Arial"/>
              </a:defRPr>
            </a:lvl5pPr>
            <a:lvl6pPr>
              <a:defRPr sz="1500" b="0">
                <a:solidFill>
                  <a:srgbClr val="20332B"/>
                </a:solidFill>
                <a:latin typeface="Arial"/>
                <a:ea typeface="Arial"/>
                <a:cs typeface="Arial"/>
              </a:defRPr>
            </a:lvl6pPr>
            <a:lvl7pPr>
              <a:defRPr sz="1500" b="0">
                <a:solidFill>
                  <a:srgbClr val="20332B"/>
                </a:solidFill>
                <a:latin typeface="Arial"/>
                <a:ea typeface="Arial"/>
                <a:cs typeface="Arial"/>
              </a:defRPr>
            </a:lvl7pPr>
            <a:lvl8pPr>
              <a:defRPr sz="1500" b="0">
                <a:solidFill>
                  <a:srgbClr val="20332B"/>
                </a:solidFill>
                <a:latin typeface="Arial"/>
                <a:ea typeface="Arial"/>
                <a:cs typeface="Arial"/>
              </a:defRPr>
            </a:lvl8pPr>
            <a:lvl9pPr>
              <a:defRPr sz="1500" b="0">
                <a:solidFill>
                  <a:srgbClr val="20332B"/>
                </a:solidFill>
                <a:latin typeface="Arial"/>
                <a:ea typeface="Arial"/>
                <a:cs typeface="Arial"/>
              </a:defRPr>
            </a:lvl9pPr>
          </a:lstStyle>
          <a:p xmlns:a="http://schemas.openxmlformats.org/drawingml/2006/main">
            <a:pPr>
              <a:defRPr sz="1500" b="0">
                <a:solidFill>
                  <a:srgbClr val="20332B"/>
                </a:solidFill>
                <a:latin typeface="Arial"/>
                <a:ea typeface="Arial"/>
                <a:cs typeface="Arial"/>
              </a:defRPr>
            </a:pPr>
            <a:r>
              <a:rPr sz="1500" b="0">
                <a:solidFill>
                  <a:srgbClr val="20332B"/>
                </a:solidFill>
                <a:latin typeface="Arial"/>
                <a:ea typeface="Arial"/>
                <a:cs typeface="Arial"/>
              </a:rPr>
              <a:t>HTML lays out the search form and issue cards. CSS keeps the page readable on desktop and mobile. JavaScript reads filters, displays results, explains the match, and saves issues in the browser.</a:t>
            </a:r>
          </a:p>
        </p:txBody>
      </p:sp>
      <p:sp>
        <p:nvSpPr>
          <p:cNvPr id="6" name="build-divider">
            <a:extLst xmlns:a="http://schemas.openxmlformats.org/drawingml/2006/main">
              <a:ext uri="{FF2B5EF4-FFF2-40B4-BE49-F238E27FC236}">
                <a16:creationId xmlns:a16="http://schemas.microsoft.com/office/drawing/2014/main" id="{A9F287F5-1733-4421-88ED-FC079F410543}"/>
              </a:ext>
            </a:extLst>
          </p:cNvPr>
          <p:cNvSpPr>
            <a:spLocks xmlns:a="http://schemas.openxmlformats.org/drawingml/2006/main" noGrp="1"/>
          </p:cNvSpPr>
          <p:nvPr/>
        </p:nvSpPr>
        <p:spPr>
          <a:xfrm xmlns:a="http://schemas.openxmlformats.org/drawingml/2006/main">
            <a:off x="5962650" y="2152650"/>
            <a:ext cx="19050" cy="2952750"/>
          </a:xfrm>
          <a:prstGeom xmlns:a="http://schemas.openxmlformats.org/drawingml/2006/main" prst="rect">
            <a:avLst/>
          </a:prstGeom>
          <a:solidFill xmlns:a="http://schemas.openxmlformats.org/drawingml/2006/main">
            <a:srgbClr val="C6D6C6"/>
          </a:solidFill>
          <a:ln xmlns:a="http://schemas.openxmlformats.org/drawingml/2006/main" w="0">
            <a:noFill/>
            <a:prstDash val="solid"/>
          </a:ln>
        </p:spPr>
      </p:sp>
      <p:sp>
        <p:nvSpPr>
          <p:cNvPr id="7" name="backend-label">
            <a:extLst xmlns:a="http://schemas.openxmlformats.org/drawingml/2006/main">
              <a:ext uri="{FF2B5EF4-FFF2-40B4-BE49-F238E27FC236}">
                <a16:creationId xmlns:a16="http://schemas.microsoft.com/office/drawing/2014/main" id="{BC9464B6-FA8F-4C26-B745-AEB73CC0A647}"/>
              </a:ext>
            </a:extLst>
          </p:cNvPr>
          <p:cNvSpPr>
            <a:spLocks xmlns:a="http://schemas.openxmlformats.org/drawingml/2006/main" noGrp="1"/>
          </p:cNvSpPr>
          <p:nvPr/>
        </p:nvSpPr>
        <p:spPr>
          <a:xfrm xmlns:a="http://schemas.openxmlformats.org/drawingml/2006/main">
            <a:off x="6496050" y="22098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02  /  ON THE SERVER</a:t>
            </a:r>
          </a:p>
        </p:txBody>
      </p:sp>
      <p:sp>
        <p:nvSpPr>
          <p:cNvPr id="8" name="backend-title">
            <a:extLst xmlns:a="http://schemas.openxmlformats.org/drawingml/2006/main">
              <a:ext uri="{FF2B5EF4-FFF2-40B4-BE49-F238E27FC236}">
                <a16:creationId xmlns:a16="http://schemas.microsoft.com/office/drawing/2014/main" id="{67903AAA-A56E-4966-817B-92039B207892}"/>
              </a:ext>
            </a:extLst>
          </p:cNvPr>
          <p:cNvSpPr>
            <a:spLocks xmlns:a="http://schemas.openxmlformats.org/drawingml/2006/main" noGrp="1"/>
          </p:cNvSpPr>
          <p:nvPr/>
        </p:nvSpPr>
        <p:spPr>
          <a:xfrm xmlns:a="http://schemas.openxmlformats.org/drawingml/2006/main">
            <a:off x="6457950" y="26098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8382F"/>
                </a:solidFill>
                <a:latin typeface="Arial"/>
                <a:ea typeface="Arial"/>
                <a:cs typeface="Arial"/>
              </a:defRPr>
            </a:defPPr>
            <a:lvl1pPr>
              <a:defRPr sz="2400" b="1">
                <a:solidFill>
                  <a:srgbClr val="18382F"/>
                </a:solidFill>
                <a:latin typeface="Arial"/>
                <a:ea typeface="Arial"/>
                <a:cs typeface="Arial"/>
              </a:defRPr>
            </a:lvl1pPr>
            <a:lvl2pPr>
              <a:defRPr sz="2400" b="1">
                <a:solidFill>
                  <a:srgbClr val="18382F"/>
                </a:solidFill>
                <a:latin typeface="Arial"/>
                <a:ea typeface="Arial"/>
                <a:cs typeface="Arial"/>
              </a:defRPr>
            </a:lvl2pPr>
            <a:lvl3pPr>
              <a:defRPr sz="2400" b="1">
                <a:solidFill>
                  <a:srgbClr val="18382F"/>
                </a:solidFill>
                <a:latin typeface="Arial"/>
                <a:ea typeface="Arial"/>
                <a:cs typeface="Arial"/>
              </a:defRPr>
            </a:lvl3pPr>
            <a:lvl4pPr>
              <a:defRPr sz="2400" b="1">
                <a:solidFill>
                  <a:srgbClr val="18382F"/>
                </a:solidFill>
                <a:latin typeface="Arial"/>
                <a:ea typeface="Arial"/>
                <a:cs typeface="Arial"/>
              </a:defRPr>
            </a:lvl4pPr>
            <a:lvl5pPr>
              <a:defRPr sz="2400" b="1">
                <a:solidFill>
                  <a:srgbClr val="18382F"/>
                </a:solidFill>
                <a:latin typeface="Arial"/>
                <a:ea typeface="Arial"/>
                <a:cs typeface="Arial"/>
              </a:defRPr>
            </a:lvl5pPr>
            <a:lvl6pPr>
              <a:defRPr sz="2400" b="1">
                <a:solidFill>
                  <a:srgbClr val="18382F"/>
                </a:solidFill>
                <a:latin typeface="Arial"/>
                <a:ea typeface="Arial"/>
                <a:cs typeface="Arial"/>
              </a:defRPr>
            </a:lvl6pPr>
            <a:lvl7pPr>
              <a:defRPr sz="2400" b="1">
                <a:solidFill>
                  <a:srgbClr val="18382F"/>
                </a:solidFill>
                <a:latin typeface="Arial"/>
                <a:ea typeface="Arial"/>
                <a:cs typeface="Arial"/>
              </a:defRPr>
            </a:lvl7pPr>
            <a:lvl8pPr>
              <a:defRPr sz="2400" b="1">
                <a:solidFill>
                  <a:srgbClr val="18382F"/>
                </a:solidFill>
                <a:latin typeface="Arial"/>
                <a:ea typeface="Arial"/>
                <a:cs typeface="Arial"/>
              </a:defRPr>
            </a:lvl8pPr>
            <a:lvl9pPr>
              <a:defRPr sz="2400" b="1">
                <a:solidFill>
                  <a:srgbClr val="18382F"/>
                </a:solidFill>
                <a:latin typeface="Arial"/>
                <a:ea typeface="Arial"/>
                <a:cs typeface="Arial"/>
              </a:defRPr>
            </a:lvl9pPr>
          </a:lstStyle>
          <a:p xmlns:a="http://schemas.openxmlformats.org/drawingml/2006/main">
            <a:pPr>
              <a:defRPr sz="2400" b="1">
                <a:solidFill>
                  <a:srgbClr val="18382F"/>
                </a:solidFill>
                <a:latin typeface="Arial"/>
                <a:ea typeface="Arial"/>
                <a:cs typeface="Arial"/>
              </a:defRPr>
            </a:pPr>
            <a:r>
              <a:rPr sz="2400" b="1">
                <a:solidFill>
                  <a:srgbClr val="18382F"/>
                </a:solidFill>
                <a:latin typeface="Arial"/>
                <a:ea typeface="Arial"/>
                <a:cs typeface="Arial"/>
              </a:rPr>
              <a:t>What happens behind it</a:t>
            </a:r>
          </a:p>
        </p:txBody>
      </p:sp>
      <p:sp>
        <p:nvSpPr>
          <p:cNvPr id="9" name="backend-copy">
            <a:extLst xmlns:a="http://schemas.openxmlformats.org/drawingml/2006/main">
              <a:ext uri="{FF2B5EF4-FFF2-40B4-BE49-F238E27FC236}">
                <a16:creationId xmlns:a16="http://schemas.microsoft.com/office/drawing/2014/main" id="{2FF40978-A345-4043-A2B7-D6F83805B840}"/>
              </a:ext>
            </a:extLst>
          </p:cNvPr>
          <p:cNvSpPr>
            <a:spLocks xmlns:a="http://schemas.openxmlformats.org/drawingml/2006/main" noGrp="1"/>
          </p:cNvSpPr>
          <p:nvPr/>
        </p:nvSpPr>
        <p:spPr>
          <a:xfrm xmlns:a="http://schemas.openxmlformats.org/drawingml/2006/main">
            <a:off x="6496050" y="32385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0332B"/>
                </a:solidFill>
                <a:latin typeface="Arial"/>
                <a:ea typeface="Arial"/>
                <a:cs typeface="Arial"/>
              </a:defRPr>
            </a:defPPr>
            <a:lvl1pPr>
              <a:defRPr sz="1500" b="0">
                <a:solidFill>
                  <a:srgbClr val="20332B"/>
                </a:solidFill>
                <a:latin typeface="Arial"/>
                <a:ea typeface="Arial"/>
                <a:cs typeface="Arial"/>
              </a:defRPr>
            </a:lvl1pPr>
            <a:lvl2pPr>
              <a:defRPr sz="1500" b="0">
                <a:solidFill>
                  <a:srgbClr val="20332B"/>
                </a:solidFill>
                <a:latin typeface="Arial"/>
                <a:ea typeface="Arial"/>
                <a:cs typeface="Arial"/>
              </a:defRPr>
            </a:lvl2pPr>
            <a:lvl3pPr>
              <a:defRPr sz="1500" b="0">
                <a:solidFill>
                  <a:srgbClr val="20332B"/>
                </a:solidFill>
                <a:latin typeface="Arial"/>
                <a:ea typeface="Arial"/>
                <a:cs typeface="Arial"/>
              </a:defRPr>
            </a:lvl3pPr>
            <a:lvl4pPr>
              <a:defRPr sz="1500" b="0">
                <a:solidFill>
                  <a:srgbClr val="20332B"/>
                </a:solidFill>
                <a:latin typeface="Arial"/>
                <a:ea typeface="Arial"/>
                <a:cs typeface="Arial"/>
              </a:defRPr>
            </a:lvl4pPr>
            <a:lvl5pPr>
              <a:defRPr sz="1500" b="0">
                <a:solidFill>
                  <a:srgbClr val="20332B"/>
                </a:solidFill>
                <a:latin typeface="Arial"/>
                <a:ea typeface="Arial"/>
                <a:cs typeface="Arial"/>
              </a:defRPr>
            </a:lvl5pPr>
            <a:lvl6pPr>
              <a:defRPr sz="1500" b="0">
                <a:solidFill>
                  <a:srgbClr val="20332B"/>
                </a:solidFill>
                <a:latin typeface="Arial"/>
                <a:ea typeface="Arial"/>
                <a:cs typeface="Arial"/>
              </a:defRPr>
            </a:lvl6pPr>
            <a:lvl7pPr>
              <a:defRPr sz="1500" b="0">
                <a:solidFill>
                  <a:srgbClr val="20332B"/>
                </a:solidFill>
                <a:latin typeface="Arial"/>
                <a:ea typeface="Arial"/>
                <a:cs typeface="Arial"/>
              </a:defRPr>
            </a:lvl7pPr>
            <a:lvl8pPr>
              <a:defRPr sz="1500" b="0">
                <a:solidFill>
                  <a:srgbClr val="20332B"/>
                </a:solidFill>
                <a:latin typeface="Arial"/>
                <a:ea typeface="Arial"/>
                <a:cs typeface="Arial"/>
              </a:defRPr>
            </a:lvl8pPr>
            <a:lvl9pPr>
              <a:defRPr sz="1500" b="0">
                <a:solidFill>
                  <a:srgbClr val="20332B"/>
                </a:solidFill>
                <a:latin typeface="Arial"/>
                <a:ea typeface="Arial"/>
                <a:cs typeface="Arial"/>
              </a:defRPr>
            </a:lvl9pPr>
          </a:lstStyle>
          <a:p xmlns:a="http://schemas.openxmlformats.org/drawingml/2006/main">
            <a:pPr>
              <a:defRPr sz="1500" b="0">
                <a:solidFill>
                  <a:srgbClr val="20332B"/>
                </a:solidFill>
                <a:latin typeface="Arial"/>
                <a:ea typeface="Arial"/>
                <a:cs typeface="Arial"/>
              </a:defRPr>
            </a:pPr>
            <a:r>
              <a:rPr sz="1500" b="0">
                <a:solidFill>
                  <a:srgbClr val="20332B"/>
                </a:solidFill>
                <a:latin typeface="Arial"/>
                <a:ea typeface="Arial"/>
                <a:cs typeface="Arial"/>
              </a:rPr>
              <a:t>Node.js receives the search request, queries the GitHub Issues API, then filters and ranks matching issues. An optional GitHub token stays on the server instead of being sent to the browser.</a:t>
            </a:r>
          </a:p>
        </p:txBody>
      </p:sp>
      <p:sp>
        <p:nvSpPr>
          <p:cNvPr id="10" name="source-rule">
            <a:extLst xmlns:a="http://schemas.openxmlformats.org/drawingml/2006/main">
              <a:ext uri="{FF2B5EF4-FFF2-40B4-BE49-F238E27FC236}">
                <a16:creationId xmlns:a16="http://schemas.microsoft.com/office/drawing/2014/main" id="{CEC95F24-01C2-45A5-9226-A1DCF2716535}"/>
              </a:ext>
            </a:extLst>
          </p:cNvPr>
          <p:cNvSpPr>
            <a:spLocks xmlns:a="http://schemas.openxmlformats.org/drawingml/2006/main" noGrp="1"/>
          </p:cNvSpPr>
          <p:nvPr/>
        </p:nvSpPr>
        <p:spPr>
          <a:xfrm xmlns:a="http://schemas.openxmlformats.org/drawingml/2006/main">
            <a:off x="876300" y="5295900"/>
            <a:ext cx="10096500" cy="9525"/>
          </a:xfrm>
          <a:prstGeom xmlns:a="http://schemas.openxmlformats.org/drawingml/2006/main" prst="rect">
            <a:avLst/>
          </a:prstGeom>
          <a:solidFill xmlns:a="http://schemas.openxmlformats.org/drawingml/2006/main">
            <a:srgbClr val="C6D6C6"/>
          </a:solidFill>
          <a:ln xmlns:a="http://schemas.openxmlformats.org/drawingml/2006/main" w="0">
            <a:noFill/>
            <a:prstDash val="solid"/>
          </a:ln>
        </p:spPr>
      </p:sp>
      <p:sp>
        <p:nvSpPr>
          <p:cNvPr id="11" name="data-source">
            <a:extLst xmlns:a="http://schemas.openxmlformats.org/drawingml/2006/main">
              <a:ext uri="{FF2B5EF4-FFF2-40B4-BE49-F238E27FC236}">
                <a16:creationId xmlns:a16="http://schemas.microsoft.com/office/drawing/2014/main" id="{80EAF0E2-7E76-4061-9375-ACDCBB8AF9E6}"/>
              </a:ext>
            </a:extLst>
          </p:cNvPr>
          <p:cNvSpPr>
            <a:spLocks xmlns:a="http://schemas.openxmlformats.org/drawingml/2006/main" noGrp="1"/>
          </p:cNvSpPr>
          <p:nvPr/>
        </p:nvSpPr>
        <p:spPr>
          <a:xfrm xmlns:a="http://schemas.openxmlformats.org/drawingml/2006/main">
            <a:off x="876300" y="5534025"/>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244A3D"/>
                </a:solidFill>
                <a:latin typeface="Arial"/>
                <a:ea typeface="Arial"/>
                <a:cs typeface="Arial"/>
              </a:defRPr>
            </a:defPPr>
            <a:lvl1pPr>
              <a:defRPr sz="1350" b="1">
                <a:solidFill>
                  <a:srgbClr val="244A3D"/>
                </a:solidFill>
                <a:latin typeface="Arial"/>
                <a:ea typeface="Arial"/>
                <a:cs typeface="Arial"/>
              </a:defRPr>
            </a:lvl1pPr>
            <a:lvl2pPr>
              <a:defRPr sz="1350" b="1">
                <a:solidFill>
                  <a:srgbClr val="244A3D"/>
                </a:solidFill>
                <a:latin typeface="Arial"/>
                <a:ea typeface="Arial"/>
                <a:cs typeface="Arial"/>
              </a:defRPr>
            </a:lvl2pPr>
            <a:lvl3pPr>
              <a:defRPr sz="1350" b="1">
                <a:solidFill>
                  <a:srgbClr val="244A3D"/>
                </a:solidFill>
                <a:latin typeface="Arial"/>
                <a:ea typeface="Arial"/>
                <a:cs typeface="Arial"/>
              </a:defRPr>
            </a:lvl3pPr>
            <a:lvl4pPr>
              <a:defRPr sz="1350" b="1">
                <a:solidFill>
                  <a:srgbClr val="244A3D"/>
                </a:solidFill>
                <a:latin typeface="Arial"/>
                <a:ea typeface="Arial"/>
                <a:cs typeface="Arial"/>
              </a:defRPr>
            </a:lvl4pPr>
            <a:lvl5pPr>
              <a:defRPr sz="1350" b="1">
                <a:solidFill>
                  <a:srgbClr val="244A3D"/>
                </a:solidFill>
                <a:latin typeface="Arial"/>
                <a:ea typeface="Arial"/>
                <a:cs typeface="Arial"/>
              </a:defRPr>
            </a:lvl5pPr>
            <a:lvl6pPr>
              <a:defRPr sz="1350" b="1">
                <a:solidFill>
                  <a:srgbClr val="244A3D"/>
                </a:solidFill>
                <a:latin typeface="Arial"/>
                <a:ea typeface="Arial"/>
                <a:cs typeface="Arial"/>
              </a:defRPr>
            </a:lvl6pPr>
            <a:lvl7pPr>
              <a:defRPr sz="1350" b="1">
                <a:solidFill>
                  <a:srgbClr val="244A3D"/>
                </a:solidFill>
                <a:latin typeface="Arial"/>
                <a:ea typeface="Arial"/>
                <a:cs typeface="Arial"/>
              </a:defRPr>
            </a:lvl7pPr>
            <a:lvl8pPr>
              <a:defRPr sz="1350" b="1">
                <a:solidFill>
                  <a:srgbClr val="244A3D"/>
                </a:solidFill>
                <a:latin typeface="Arial"/>
                <a:ea typeface="Arial"/>
                <a:cs typeface="Arial"/>
              </a:defRPr>
            </a:lvl8pPr>
            <a:lvl9pPr>
              <a:defRPr sz="1350" b="1">
                <a:solidFill>
                  <a:srgbClr val="244A3D"/>
                </a:solidFill>
                <a:latin typeface="Arial"/>
                <a:ea typeface="Arial"/>
                <a:cs typeface="Arial"/>
              </a:defRPr>
            </a:lvl9pPr>
          </a:lstStyle>
          <a:p xmlns:a="http://schemas.openxmlformats.org/drawingml/2006/main">
            <a:pPr>
              <a:defRPr sz="1350" b="1">
                <a:solidFill>
                  <a:srgbClr val="244A3D"/>
                </a:solidFill>
                <a:latin typeface="Arial"/>
                <a:ea typeface="Arial"/>
                <a:cs typeface="Arial"/>
              </a:defRPr>
            </a:pPr>
            <a:r>
              <a:rPr sz="1350" b="1">
                <a:solidFill>
                  <a:srgbClr val="244A3D"/>
                </a:solidFill>
                <a:latin typeface="Arial"/>
                <a:ea typeface="Arial"/>
                <a:cs typeface="Arial"/>
              </a:rPr>
              <a:t>ISSUE DATA  /  GitHub Issues API</a:t>
            </a:r>
          </a:p>
        </p:txBody>
      </p:sp>
      <p:sp>
        <p:nvSpPr>
          <p:cNvPr id="12" name="current-storage">
            <a:extLst xmlns:a="http://schemas.openxmlformats.org/drawingml/2006/main">
              <a:ext uri="{FF2B5EF4-FFF2-40B4-BE49-F238E27FC236}">
                <a16:creationId xmlns:a16="http://schemas.microsoft.com/office/drawing/2014/main" id="{868F7FB0-1BD5-4B2F-B5D4-834F728C2089}"/>
              </a:ext>
            </a:extLst>
          </p:cNvPr>
          <p:cNvSpPr>
            <a:spLocks xmlns:a="http://schemas.openxmlformats.org/drawingml/2006/main" noGrp="1"/>
          </p:cNvSpPr>
          <p:nvPr/>
        </p:nvSpPr>
        <p:spPr>
          <a:xfrm xmlns:a="http://schemas.openxmlformats.org/drawingml/2006/main">
            <a:off x="6496050" y="553402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244A3D"/>
                </a:solidFill>
                <a:latin typeface="Arial"/>
                <a:ea typeface="Arial"/>
                <a:cs typeface="Arial"/>
              </a:defRPr>
            </a:defPPr>
            <a:lvl1pPr>
              <a:defRPr sz="1350" b="1">
                <a:solidFill>
                  <a:srgbClr val="244A3D"/>
                </a:solidFill>
                <a:latin typeface="Arial"/>
                <a:ea typeface="Arial"/>
                <a:cs typeface="Arial"/>
              </a:defRPr>
            </a:lvl1pPr>
            <a:lvl2pPr>
              <a:defRPr sz="1350" b="1">
                <a:solidFill>
                  <a:srgbClr val="244A3D"/>
                </a:solidFill>
                <a:latin typeface="Arial"/>
                <a:ea typeface="Arial"/>
                <a:cs typeface="Arial"/>
              </a:defRPr>
            </a:lvl2pPr>
            <a:lvl3pPr>
              <a:defRPr sz="1350" b="1">
                <a:solidFill>
                  <a:srgbClr val="244A3D"/>
                </a:solidFill>
                <a:latin typeface="Arial"/>
                <a:ea typeface="Arial"/>
                <a:cs typeface="Arial"/>
              </a:defRPr>
            </a:lvl3pPr>
            <a:lvl4pPr>
              <a:defRPr sz="1350" b="1">
                <a:solidFill>
                  <a:srgbClr val="244A3D"/>
                </a:solidFill>
                <a:latin typeface="Arial"/>
                <a:ea typeface="Arial"/>
                <a:cs typeface="Arial"/>
              </a:defRPr>
            </a:lvl4pPr>
            <a:lvl5pPr>
              <a:defRPr sz="1350" b="1">
                <a:solidFill>
                  <a:srgbClr val="244A3D"/>
                </a:solidFill>
                <a:latin typeface="Arial"/>
                <a:ea typeface="Arial"/>
                <a:cs typeface="Arial"/>
              </a:defRPr>
            </a:lvl5pPr>
            <a:lvl6pPr>
              <a:defRPr sz="1350" b="1">
                <a:solidFill>
                  <a:srgbClr val="244A3D"/>
                </a:solidFill>
                <a:latin typeface="Arial"/>
                <a:ea typeface="Arial"/>
                <a:cs typeface="Arial"/>
              </a:defRPr>
            </a:lvl6pPr>
            <a:lvl7pPr>
              <a:defRPr sz="1350" b="1">
                <a:solidFill>
                  <a:srgbClr val="244A3D"/>
                </a:solidFill>
                <a:latin typeface="Arial"/>
                <a:ea typeface="Arial"/>
                <a:cs typeface="Arial"/>
              </a:defRPr>
            </a:lvl7pPr>
            <a:lvl8pPr>
              <a:defRPr sz="1350" b="1">
                <a:solidFill>
                  <a:srgbClr val="244A3D"/>
                </a:solidFill>
                <a:latin typeface="Arial"/>
                <a:ea typeface="Arial"/>
                <a:cs typeface="Arial"/>
              </a:defRPr>
            </a:lvl8pPr>
            <a:lvl9pPr>
              <a:defRPr sz="1350" b="1">
                <a:solidFill>
                  <a:srgbClr val="244A3D"/>
                </a:solidFill>
                <a:latin typeface="Arial"/>
                <a:ea typeface="Arial"/>
                <a:cs typeface="Arial"/>
              </a:defRPr>
            </a:lvl9pPr>
          </a:lstStyle>
          <a:p xmlns:a="http://schemas.openxmlformats.org/drawingml/2006/main">
            <a:pPr>
              <a:defRPr sz="1350" b="1">
                <a:solidFill>
                  <a:srgbClr val="244A3D"/>
                </a:solidFill>
                <a:latin typeface="Arial"/>
                <a:ea typeface="Arial"/>
                <a:cs typeface="Arial"/>
              </a:defRPr>
            </a:pPr>
            <a:r>
              <a:rPr sz="1350" b="1">
                <a:solidFill>
                  <a:srgbClr val="244A3D"/>
                </a:solidFill>
                <a:latin typeface="Arial"/>
                <a:ea typeface="Arial"/>
                <a:cs typeface="Arial"/>
              </a:rPr>
              <a:t>Saved list  /  Browser local storage</a:t>
            </a:r>
          </a:p>
        </p:txBody>
      </p:sp>
      <p:sp>
        <p:nvSpPr>
          <p:cNvPr id="13" name="slide-number-6">
            <a:extLst xmlns:a="http://schemas.openxmlformats.org/drawingml/2006/main">
              <a:ext uri="{FF2B5EF4-FFF2-40B4-BE49-F238E27FC236}">
                <a16:creationId xmlns:a16="http://schemas.microsoft.com/office/drawing/2014/main" id="{5C4CB6D2-6045-492D-BA74-DAF817FD5D8B}"/>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5756B"/>
                </a:solidFill>
                <a:latin typeface="Arial"/>
                <a:ea typeface="Arial"/>
                <a:cs typeface="Arial"/>
              </a:defRPr>
            </a:defPPr>
            <a:lvl1pPr>
              <a:defRPr sz="1050" b="1">
                <a:solidFill>
                  <a:srgbClr val="65756B"/>
                </a:solidFill>
                <a:latin typeface="Arial"/>
                <a:ea typeface="Arial"/>
                <a:cs typeface="Arial"/>
              </a:defRPr>
            </a:lvl1pPr>
            <a:lvl2pPr>
              <a:defRPr sz="1050" b="1">
                <a:solidFill>
                  <a:srgbClr val="65756B"/>
                </a:solidFill>
                <a:latin typeface="Arial"/>
                <a:ea typeface="Arial"/>
                <a:cs typeface="Arial"/>
              </a:defRPr>
            </a:lvl2pPr>
            <a:lvl3pPr>
              <a:defRPr sz="1050" b="1">
                <a:solidFill>
                  <a:srgbClr val="65756B"/>
                </a:solidFill>
                <a:latin typeface="Arial"/>
                <a:ea typeface="Arial"/>
                <a:cs typeface="Arial"/>
              </a:defRPr>
            </a:lvl3pPr>
            <a:lvl4pPr>
              <a:defRPr sz="1050" b="1">
                <a:solidFill>
                  <a:srgbClr val="65756B"/>
                </a:solidFill>
                <a:latin typeface="Arial"/>
                <a:ea typeface="Arial"/>
                <a:cs typeface="Arial"/>
              </a:defRPr>
            </a:lvl4pPr>
            <a:lvl5pPr>
              <a:defRPr sz="1050" b="1">
                <a:solidFill>
                  <a:srgbClr val="65756B"/>
                </a:solidFill>
                <a:latin typeface="Arial"/>
                <a:ea typeface="Arial"/>
                <a:cs typeface="Arial"/>
              </a:defRPr>
            </a:lvl5pPr>
            <a:lvl6pPr>
              <a:defRPr sz="1050" b="1">
                <a:solidFill>
                  <a:srgbClr val="65756B"/>
                </a:solidFill>
                <a:latin typeface="Arial"/>
                <a:ea typeface="Arial"/>
                <a:cs typeface="Arial"/>
              </a:defRPr>
            </a:lvl6pPr>
            <a:lvl7pPr>
              <a:defRPr sz="1050" b="1">
                <a:solidFill>
                  <a:srgbClr val="65756B"/>
                </a:solidFill>
                <a:latin typeface="Arial"/>
                <a:ea typeface="Arial"/>
                <a:cs typeface="Arial"/>
              </a:defRPr>
            </a:lvl7pPr>
            <a:lvl8pPr>
              <a:defRPr sz="1050" b="1">
                <a:solidFill>
                  <a:srgbClr val="65756B"/>
                </a:solidFill>
                <a:latin typeface="Arial"/>
                <a:ea typeface="Arial"/>
                <a:cs typeface="Arial"/>
              </a:defRPr>
            </a:lvl8pPr>
            <a:lvl9pPr>
              <a:defRPr sz="1050" b="1">
                <a:solidFill>
                  <a:srgbClr val="65756B"/>
                </a:solidFill>
                <a:latin typeface="Arial"/>
                <a:ea typeface="Arial"/>
                <a:cs typeface="Arial"/>
              </a:defRPr>
            </a:lvl9pPr>
          </a:lstStyle>
          <a:p xmlns:a="http://schemas.openxmlformats.org/drawingml/2006/main">
            <a:pPr>
              <a:defRPr sz="1050" b="1">
                <a:solidFill>
                  <a:srgbClr val="65756B"/>
                </a:solidFill>
                <a:latin typeface="Arial"/>
                <a:ea typeface="Arial"/>
                <a:cs typeface="Arial"/>
              </a:defRPr>
            </a:pPr>
            <a:r>
              <a:rPr sz="1050" b="1">
                <a:solidFill>
                  <a:srgbClr val="65756B"/>
                </a:solidFill>
                <a:latin typeface="Arial"/>
                <a:ea typeface="Arial"/>
                <a:cs typeface="Arial"/>
              </a:rPr>
              <a:t>06 / 08</a:t>
            </a:r>
          </a:p>
        </p:txBody>
      </p:sp>
    </p:spTree>
    <p:extLst>
      <p:ext uri="{BB962C8B-B14F-4D97-AF65-F5344CB8AC3E}">
        <p14:creationId xmlns:p14="http://schemas.microsoft.com/office/powerpoint/2010/main" val="853906551"/>
      </p:ext>
    </p:extLst>
  </p:cSld>
</p:sld>
</file>

<file path=ppt/slides/slide7.xml><?xml version="1.0" encoding="utf-8"?>
<p:sld xmlns:p="http://schemas.openxmlformats.org/presentationml/2006/main">
  <p:cSld>
    <p:bg>
      <p:bgPr>
        <a:solidFill xmlns:a="http://schemas.openxmlformats.org/drawingml/2006/main">
          <a:srgbClr val="18382F"/>
        </a:solidFill>
      </p:bgPr>
    </p:bg>
    <p:spTree>
      <p:nvGrpSpPr>
        <p:cNvPr id="1" name=""/>
        <p:cNvGrpSpPr/>
        <p:nvPr/>
      </p:nvGrpSpPr>
      <p:grpSpPr>
        <a:xfrm xmlns:a="http://schemas.openxmlformats.org/drawingml/2006/main"/>
      </p:grpSpPr>
      <p:sp>
        <p:nvSpPr>
          <p:cNvPr id="12" name="scope-kicker">
            <a:extLst xmlns:a="http://schemas.openxmlformats.org/drawingml/2006/main">
              <a:ext uri="{FF2B5EF4-FFF2-40B4-BE49-F238E27FC236}">
                <a16:creationId xmlns:a16="http://schemas.microsoft.com/office/drawing/2014/main" id="{8C5A1E14-9C7F-40BB-9425-E0CC8AA1905D}"/>
              </a:ext>
            </a:extLst>
          </p:cNvPr>
          <p:cNvSpPr>
            <a:spLocks xmlns:a="http://schemas.openxmlformats.org/drawingml/2006/main" noGrp="1"/>
          </p:cNvSpPr>
          <p:nvPr/>
        </p:nvSpPr>
        <p:spPr>
          <a:xfrm xmlns:a="http://schemas.openxmlformats.org/drawingml/2006/main">
            <a:off x="838200" y="6286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1B184"/>
                </a:solidFill>
                <a:latin typeface="Arial"/>
                <a:ea typeface="Arial"/>
                <a:cs typeface="Arial"/>
              </a:defRPr>
            </a:defPPr>
            <a:lvl1pPr>
              <a:defRPr sz="1200" b="1">
                <a:solidFill>
                  <a:srgbClr val="F1B184"/>
                </a:solidFill>
                <a:latin typeface="Arial"/>
                <a:ea typeface="Arial"/>
                <a:cs typeface="Arial"/>
              </a:defRPr>
            </a:lvl1pPr>
            <a:lvl2pPr>
              <a:defRPr sz="1200" b="1">
                <a:solidFill>
                  <a:srgbClr val="F1B184"/>
                </a:solidFill>
                <a:latin typeface="Arial"/>
                <a:ea typeface="Arial"/>
                <a:cs typeface="Arial"/>
              </a:defRPr>
            </a:lvl2pPr>
            <a:lvl3pPr>
              <a:defRPr sz="1200" b="1">
                <a:solidFill>
                  <a:srgbClr val="F1B184"/>
                </a:solidFill>
                <a:latin typeface="Arial"/>
                <a:ea typeface="Arial"/>
                <a:cs typeface="Arial"/>
              </a:defRPr>
            </a:lvl3pPr>
            <a:lvl4pPr>
              <a:defRPr sz="1200" b="1">
                <a:solidFill>
                  <a:srgbClr val="F1B184"/>
                </a:solidFill>
                <a:latin typeface="Arial"/>
                <a:ea typeface="Arial"/>
                <a:cs typeface="Arial"/>
              </a:defRPr>
            </a:lvl4pPr>
            <a:lvl5pPr>
              <a:defRPr sz="1200" b="1">
                <a:solidFill>
                  <a:srgbClr val="F1B184"/>
                </a:solidFill>
                <a:latin typeface="Arial"/>
                <a:ea typeface="Arial"/>
                <a:cs typeface="Arial"/>
              </a:defRPr>
            </a:lvl5pPr>
            <a:lvl6pPr>
              <a:defRPr sz="1200" b="1">
                <a:solidFill>
                  <a:srgbClr val="F1B184"/>
                </a:solidFill>
                <a:latin typeface="Arial"/>
                <a:ea typeface="Arial"/>
                <a:cs typeface="Arial"/>
              </a:defRPr>
            </a:lvl6pPr>
            <a:lvl7pPr>
              <a:defRPr sz="1200" b="1">
                <a:solidFill>
                  <a:srgbClr val="F1B184"/>
                </a:solidFill>
                <a:latin typeface="Arial"/>
                <a:ea typeface="Arial"/>
                <a:cs typeface="Arial"/>
              </a:defRPr>
            </a:lvl7pPr>
            <a:lvl8pPr>
              <a:defRPr sz="1200" b="1">
                <a:solidFill>
                  <a:srgbClr val="F1B184"/>
                </a:solidFill>
                <a:latin typeface="Arial"/>
                <a:ea typeface="Arial"/>
                <a:cs typeface="Arial"/>
              </a:defRPr>
            </a:lvl8pPr>
            <a:lvl9pPr>
              <a:defRPr sz="1200" b="1">
                <a:solidFill>
                  <a:srgbClr val="F1B184"/>
                </a:solidFill>
                <a:latin typeface="Arial"/>
                <a:ea typeface="Arial"/>
                <a:cs typeface="Arial"/>
              </a:defRPr>
            </a:lvl9pPr>
          </a:lstStyle>
          <a:p xmlns:a="http://schemas.openxmlformats.org/drawingml/2006/main">
            <a:pPr>
              <a:defRPr sz="1200" b="1">
                <a:solidFill>
                  <a:srgbClr val="F1B184"/>
                </a:solidFill>
                <a:latin typeface="Arial"/>
                <a:ea typeface="Arial"/>
                <a:cs typeface="Arial"/>
              </a:defRPr>
            </a:pPr>
            <a:r>
              <a:rPr sz="1200" b="1">
                <a:solidFill>
                  <a:srgbClr val="F1B184"/>
                </a:solidFill>
                <a:latin typeface="Arial"/>
                <a:ea typeface="Arial"/>
                <a:cs typeface="Arial"/>
              </a:rPr>
              <a:t>CURRENT SCOPE</a:t>
            </a:r>
          </a:p>
        </p:txBody>
      </p:sp>
      <p:sp>
        <p:nvSpPr>
          <p:cNvPr id="2" name="scope-title">
            <a:extLst xmlns:a="http://schemas.openxmlformats.org/drawingml/2006/main">
              <a:ext uri="{FF2B5EF4-FFF2-40B4-BE49-F238E27FC236}">
                <a16:creationId xmlns:a16="http://schemas.microsoft.com/office/drawing/2014/main" id="{62A6472E-3391-4DC9-80F2-F74D542192ED}"/>
              </a:ext>
            </a:extLst>
          </p:cNvPr>
          <p:cNvSpPr>
            <a:spLocks xmlns:a="http://schemas.openxmlformats.org/drawingml/2006/main" noGrp="1"/>
          </p:cNvSpPr>
          <p:nvPr/>
        </p:nvSpPr>
        <p:spPr>
          <a:xfrm xmlns:a="http://schemas.openxmlformats.org/drawingml/2006/main">
            <a:off x="800100" y="1104900"/>
            <a:ext cx="7620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00" b="1">
                <a:solidFill>
                  <a:srgbClr val="FFFFFF"/>
                </a:solidFill>
                <a:latin typeface="Arial"/>
                <a:ea typeface="Arial"/>
                <a:cs typeface="Arial"/>
              </a:defRPr>
            </a:defPPr>
            <a:lvl1pPr>
              <a:defRPr sz="4200" b="1">
                <a:solidFill>
                  <a:srgbClr val="FFFFFF"/>
                </a:solidFill>
                <a:latin typeface="Arial"/>
                <a:ea typeface="Arial"/>
                <a:cs typeface="Arial"/>
              </a:defRPr>
            </a:lvl1pPr>
            <a:lvl2pPr>
              <a:defRPr sz="4200" b="1">
                <a:solidFill>
                  <a:srgbClr val="FFFFFF"/>
                </a:solidFill>
                <a:latin typeface="Arial"/>
                <a:ea typeface="Arial"/>
                <a:cs typeface="Arial"/>
              </a:defRPr>
            </a:lvl2pPr>
            <a:lvl3pPr>
              <a:defRPr sz="4200" b="1">
                <a:solidFill>
                  <a:srgbClr val="FFFFFF"/>
                </a:solidFill>
                <a:latin typeface="Arial"/>
                <a:ea typeface="Arial"/>
                <a:cs typeface="Arial"/>
              </a:defRPr>
            </a:lvl3pPr>
            <a:lvl4pPr>
              <a:defRPr sz="4200" b="1">
                <a:solidFill>
                  <a:srgbClr val="FFFFFF"/>
                </a:solidFill>
                <a:latin typeface="Arial"/>
                <a:ea typeface="Arial"/>
                <a:cs typeface="Arial"/>
              </a:defRPr>
            </a:lvl4pPr>
            <a:lvl5pPr>
              <a:defRPr sz="4200" b="1">
                <a:solidFill>
                  <a:srgbClr val="FFFFFF"/>
                </a:solidFill>
                <a:latin typeface="Arial"/>
                <a:ea typeface="Arial"/>
                <a:cs typeface="Arial"/>
              </a:defRPr>
            </a:lvl5pPr>
            <a:lvl6pPr>
              <a:defRPr sz="4200" b="1">
                <a:solidFill>
                  <a:srgbClr val="FFFFFF"/>
                </a:solidFill>
                <a:latin typeface="Arial"/>
                <a:ea typeface="Arial"/>
                <a:cs typeface="Arial"/>
              </a:defRPr>
            </a:lvl6pPr>
            <a:lvl7pPr>
              <a:defRPr sz="4200" b="1">
                <a:solidFill>
                  <a:srgbClr val="FFFFFF"/>
                </a:solidFill>
                <a:latin typeface="Arial"/>
                <a:ea typeface="Arial"/>
                <a:cs typeface="Arial"/>
              </a:defRPr>
            </a:lvl7pPr>
            <a:lvl8pPr>
              <a:defRPr sz="4200" b="1">
                <a:solidFill>
                  <a:srgbClr val="FFFFFF"/>
                </a:solidFill>
                <a:latin typeface="Arial"/>
                <a:ea typeface="Arial"/>
                <a:cs typeface="Arial"/>
              </a:defRPr>
            </a:lvl8pPr>
            <a:lvl9pPr>
              <a:defRPr sz="4200" b="1">
                <a:solidFill>
                  <a:srgbClr val="FFFFFF"/>
                </a:solidFill>
                <a:latin typeface="Arial"/>
                <a:ea typeface="Arial"/>
                <a:cs typeface="Arial"/>
              </a:defRPr>
            </a:lvl9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Helpful guidance,</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not a guarantee.</a:t>
            </a:r>
          </a:p>
        </p:txBody>
      </p:sp>
      <p:sp>
        <p:nvSpPr>
          <p:cNvPr id="3" name="scope-checks-title">
            <a:extLst xmlns:a="http://schemas.openxmlformats.org/drawingml/2006/main">
              <a:ext uri="{FF2B5EF4-FFF2-40B4-BE49-F238E27FC236}">
                <a16:creationId xmlns:a16="http://schemas.microsoft.com/office/drawing/2014/main" id="{4BF2E9FF-4272-41F0-B25D-10C188196025}"/>
              </a:ext>
            </a:extLst>
          </p:cNvPr>
          <p:cNvSpPr>
            <a:spLocks xmlns:a="http://schemas.openxmlformats.org/drawingml/2006/main" noGrp="1"/>
          </p:cNvSpPr>
          <p:nvPr/>
        </p:nvSpPr>
        <p:spPr>
          <a:xfrm xmlns:a="http://schemas.openxmlformats.org/drawingml/2006/main">
            <a:off x="857250" y="2838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DCEBDD"/>
                </a:solidFill>
                <a:latin typeface="Arial"/>
                <a:ea typeface="Arial"/>
                <a:cs typeface="Arial"/>
              </a:defRPr>
            </a:defPPr>
            <a:lvl1pPr>
              <a:defRPr sz="1950" b="1">
                <a:solidFill>
                  <a:srgbClr val="DCEBDD"/>
                </a:solidFill>
                <a:latin typeface="Arial"/>
                <a:ea typeface="Arial"/>
                <a:cs typeface="Arial"/>
              </a:defRPr>
            </a:lvl1pPr>
            <a:lvl2pPr>
              <a:defRPr sz="1950" b="1">
                <a:solidFill>
                  <a:srgbClr val="DCEBDD"/>
                </a:solidFill>
                <a:latin typeface="Arial"/>
                <a:ea typeface="Arial"/>
                <a:cs typeface="Arial"/>
              </a:defRPr>
            </a:lvl2pPr>
            <a:lvl3pPr>
              <a:defRPr sz="1950" b="1">
                <a:solidFill>
                  <a:srgbClr val="DCEBDD"/>
                </a:solidFill>
                <a:latin typeface="Arial"/>
                <a:ea typeface="Arial"/>
                <a:cs typeface="Arial"/>
              </a:defRPr>
            </a:lvl3pPr>
            <a:lvl4pPr>
              <a:defRPr sz="1950" b="1">
                <a:solidFill>
                  <a:srgbClr val="DCEBDD"/>
                </a:solidFill>
                <a:latin typeface="Arial"/>
                <a:ea typeface="Arial"/>
                <a:cs typeface="Arial"/>
              </a:defRPr>
            </a:lvl4pPr>
            <a:lvl5pPr>
              <a:defRPr sz="1950" b="1">
                <a:solidFill>
                  <a:srgbClr val="DCEBDD"/>
                </a:solidFill>
                <a:latin typeface="Arial"/>
                <a:ea typeface="Arial"/>
                <a:cs typeface="Arial"/>
              </a:defRPr>
            </a:lvl5pPr>
            <a:lvl6pPr>
              <a:defRPr sz="1950" b="1">
                <a:solidFill>
                  <a:srgbClr val="DCEBDD"/>
                </a:solidFill>
                <a:latin typeface="Arial"/>
                <a:ea typeface="Arial"/>
                <a:cs typeface="Arial"/>
              </a:defRPr>
            </a:lvl6pPr>
            <a:lvl7pPr>
              <a:defRPr sz="1950" b="1">
                <a:solidFill>
                  <a:srgbClr val="DCEBDD"/>
                </a:solidFill>
                <a:latin typeface="Arial"/>
                <a:ea typeface="Arial"/>
                <a:cs typeface="Arial"/>
              </a:defRPr>
            </a:lvl7pPr>
            <a:lvl8pPr>
              <a:defRPr sz="1950" b="1">
                <a:solidFill>
                  <a:srgbClr val="DCEBDD"/>
                </a:solidFill>
                <a:latin typeface="Arial"/>
                <a:ea typeface="Arial"/>
                <a:cs typeface="Arial"/>
              </a:defRPr>
            </a:lvl8pPr>
            <a:lvl9pPr>
              <a:defRPr sz="1950" b="1">
                <a:solidFill>
                  <a:srgbClr val="DCEBDD"/>
                </a:solidFill>
                <a:latin typeface="Arial"/>
                <a:ea typeface="Arial"/>
                <a:cs typeface="Arial"/>
              </a:defRPr>
            </a:lvl9pPr>
          </a:lstStyle>
          <a:p xmlns:a="http://schemas.openxmlformats.org/drawingml/2006/main">
            <a:pPr>
              <a:defRPr sz="1950" b="1">
                <a:solidFill>
                  <a:srgbClr val="DCEBDD"/>
                </a:solidFill>
                <a:latin typeface="Arial"/>
                <a:ea typeface="Arial"/>
                <a:cs typeface="Arial"/>
              </a:defRPr>
            </a:pPr>
            <a:r>
              <a:rPr sz="1950" b="1">
                <a:solidFill>
                  <a:srgbClr val="DCEBDD"/>
                </a:solidFill>
                <a:latin typeface="Arial"/>
                <a:ea typeface="Arial"/>
                <a:cs typeface="Arial"/>
              </a:rPr>
              <a:t>What Patchwork checks</a:t>
            </a:r>
          </a:p>
        </p:txBody>
      </p:sp>
      <p:sp>
        <p:nvSpPr>
          <p:cNvPr id="4" name="scope-checks-copy">
            <a:extLst xmlns:a="http://schemas.openxmlformats.org/drawingml/2006/main">
              <a:ext uri="{FF2B5EF4-FFF2-40B4-BE49-F238E27FC236}">
                <a16:creationId xmlns:a16="http://schemas.microsoft.com/office/drawing/2014/main" id="{08CC392F-855F-429A-8DF0-40F42FA7CAA5}"/>
              </a:ext>
            </a:extLst>
          </p:cNvPr>
          <p:cNvSpPr>
            <a:spLocks xmlns:a="http://schemas.openxmlformats.org/drawingml/2006/main" noGrp="1"/>
          </p:cNvSpPr>
          <p:nvPr/>
        </p:nvSpPr>
        <p:spPr>
          <a:xfrm xmlns:a="http://schemas.openxmlformats.org/drawingml/2006/main">
            <a:off x="876300" y="3371850"/>
            <a:ext cx="4572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Open and unassigned issues, beginner labels, skill terms, recent updates, and obvious claim phrases in recent comments.</a:t>
            </a:r>
          </a:p>
        </p:txBody>
      </p:sp>
      <p:sp>
        <p:nvSpPr>
          <p:cNvPr id="5" name="scope-divider">
            <a:extLst xmlns:a="http://schemas.openxmlformats.org/drawingml/2006/main">
              <a:ext uri="{FF2B5EF4-FFF2-40B4-BE49-F238E27FC236}">
                <a16:creationId xmlns:a16="http://schemas.microsoft.com/office/drawing/2014/main" id="{C0A6EB34-EF8E-4828-A2AC-FED32F21CDFC}"/>
              </a:ext>
            </a:extLst>
          </p:cNvPr>
          <p:cNvSpPr>
            <a:spLocks xmlns:a="http://schemas.openxmlformats.org/drawingml/2006/main" noGrp="1"/>
          </p:cNvSpPr>
          <p:nvPr/>
        </p:nvSpPr>
        <p:spPr>
          <a:xfrm xmlns:a="http://schemas.openxmlformats.org/drawingml/2006/main">
            <a:off x="5962650" y="2838450"/>
            <a:ext cx="19050" cy="1771650"/>
          </a:xfrm>
          <a:prstGeom xmlns:a="http://schemas.openxmlformats.org/drawingml/2006/main" prst="rect">
            <a:avLst/>
          </a:prstGeom>
          <a:solidFill xmlns:a="http://schemas.openxmlformats.org/drawingml/2006/main">
            <a:srgbClr val="496B5D"/>
          </a:solidFill>
          <a:ln xmlns:a="http://schemas.openxmlformats.org/drawingml/2006/main" w="0">
            <a:noFill/>
            <a:prstDash val="solid"/>
          </a:ln>
        </p:spPr>
      </p:sp>
      <p:sp>
        <p:nvSpPr>
          <p:cNvPr id="6" name="scope-human-title">
            <a:extLst xmlns:a="http://schemas.openxmlformats.org/drawingml/2006/main">
              <a:ext uri="{FF2B5EF4-FFF2-40B4-BE49-F238E27FC236}">
                <a16:creationId xmlns:a16="http://schemas.microsoft.com/office/drawing/2014/main" id="{70617B3A-544B-45CE-B43A-CAF95530B77B}"/>
              </a:ext>
            </a:extLst>
          </p:cNvPr>
          <p:cNvSpPr>
            <a:spLocks xmlns:a="http://schemas.openxmlformats.org/drawingml/2006/main" noGrp="1"/>
          </p:cNvSpPr>
          <p:nvPr/>
        </p:nvSpPr>
        <p:spPr>
          <a:xfrm xmlns:a="http://schemas.openxmlformats.org/drawingml/2006/main">
            <a:off x="6477000" y="28384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DCEBDD"/>
                </a:solidFill>
                <a:latin typeface="Arial"/>
                <a:ea typeface="Arial"/>
                <a:cs typeface="Arial"/>
              </a:defRPr>
            </a:defPPr>
            <a:lvl1pPr>
              <a:defRPr sz="1950" b="1">
                <a:solidFill>
                  <a:srgbClr val="DCEBDD"/>
                </a:solidFill>
                <a:latin typeface="Arial"/>
                <a:ea typeface="Arial"/>
                <a:cs typeface="Arial"/>
              </a:defRPr>
            </a:lvl1pPr>
            <a:lvl2pPr>
              <a:defRPr sz="1950" b="1">
                <a:solidFill>
                  <a:srgbClr val="DCEBDD"/>
                </a:solidFill>
                <a:latin typeface="Arial"/>
                <a:ea typeface="Arial"/>
                <a:cs typeface="Arial"/>
              </a:defRPr>
            </a:lvl2pPr>
            <a:lvl3pPr>
              <a:defRPr sz="1950" b="1">
                <a:solidFill>
                  <a:srgbClr val="DCEBDD"/>
                </a:solidFill>
                <a:latin typeface="Arial"/>
                <a:ea typeface="Arial"/>
                <a:cs typeface="Arial"/>
              </a:defRPr>
            </a:lvl3pPr>
            <a:lvl4pPr>
              <a:defRPr sz="1950" b="1">
                <a:solidFill>
                  <a:srgbClr val="DCEBDD"/>
                </a:solidFill>
                <a:latin typeface="Arial"/>
                <a:ea typeface="Arial"/>
                <a:cs typeface="Arial"/>
              </a:defRPr>
            </a:lvl4pPr>
            <a:lvl5pPr>
              <a:defRPr sz="1950" b="1">
                <a:solidFill>
                  <a:srgbClr val="DCEBDD"/>
                </a:solidFill>
                <a:latin typeface="Arial"/>
                <a:ea typeface="Arial"/>
                <a:cs typeface="Arial"/>
              </a:defRPr>
            </a:lvl5pPr>
            <a:lvl6pPr>
              <a:defRPr sz="1950" b="1">
                <a:solidFill>
                  <a:srgbClr val="DCEBDD"/>
                </a:solidFill>
                <a:latin typeface="Arial"/>
                <a:ea typeface="Arial"/>
                <a:cs typeface="Arial"/>
              </a:defRPr>
            </a:lvl6pPr>
            <a:lvl7pPr>
              <a:defRPr sz="1950" b="1">
                <a:solidFill>
                  <a:srgbClr val="DCEBDD"/>
                </a:solidFill>
                <a:latin typeface="Arial"/>
                <a:ea typeface="Arial"/>
                <a:cs typeface="Arial"/>
              </a:defRPr>
            </a:lvl7pPr>
            <a:lvl8pPr>
              <a:defRPr sz="1950" b="1">
                <a:solidFill>
                  <a:srgbClr val="DCEBDD"/>
                </a:solidFill>
                <a:latin typeface="Arial"/>
                <a:ea typeface="Arial"/>
                <a:cs typeface="Arial"/>
              </a:defRPr>
            </a:lvl8pPr>
            <a:lvl9pPr>
              <a:defRPr sz="1950" b="1">
                <a:solidFill>
                  <a:srgbClr val="DCEBDD"/>
                </a:solidFill>
                <a:latin typeface="Arial"/>
                <a:ea typeface="Arial"/>
                <a:cs typeface="Arial"/>
              </a:defRPr>
            </a:lvl9pPr>
          </a:lstStyle>
          <a:p xmlns:a="http://schemas.openxmlformats.org/drawingml/2006/main">
            <a:pPr>
              <a:defRPr sz="1950" b="1">
                <a:solidFill>
                  <a:srgbClr val="DCEBDD"/>
                </a:solidFill>
                <a:latin typeface="Arial"/>
                <a:ea typeface="Arial"/>
                <a:cs typeface="Arial"/>
              </a:defRPr>
            </a:pPr>
            <a:r>
              <a:rPr sz="1950" b="1">
                <a:solidFill>
                  <a:srgbClr val="DCEBDD"/>
                </a:solidFill>
                <a:latin typeface="Arial"/>
                <a:ea typeface="Arial"/>
                <a:cs typeface="Arial"/>
              </a:rPr>
              <a:t>What still needs a human</a:t>
            </a:r>
          </a:p>
        </p:txBody>
      </p:sp>
      <p:sp>
        <p:nvSpPr>
          <p:cNvPr id="7" name="scope-human-copy">
            <a:extLst xmlns:a="http://schemas.openxmlformats.org/drawingml/2006/main">
              <a:ext uri="{FF2B5EF4-FFF2-40B4-BE49-F238E27FC236}">
                <a16:creationId xmlns:a16="http://schemas.microsoft.com/office/drawing/2014/main" id="{3009D40D-B2E7-4C56-A653-F21B17342480}"/>
              </a:ext>
            </a:extLst>
          </p:cNvPr>
          <p:cNvSpPr>
            <a:spLocks xmlns:a="http://schemas.openxmlformats.org/drawingml/2006/main" noGrp="1"/>
          </p:cNvSpPr>
          <p:nvPr/>
        </p:nvSpPr>
        <p:spPr>
          <a:xfrm xmlns:a="http://schemas.openxmlformats.org/drawingml/2006/main">
            <a:off x="6496050" y="3371850"/>
            <a:ext cx="4667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GitHub status can change, and a comment may be missed. Open the issue, read the repository guide, and confirm with the maintainer.</a:t>
            </a:r>
          </a:p>
        </p:txBody>
      </p:sp>
      <p:sp>
        <p:nvSpPr>
          <p:cNvPr id="8" name="scope-bottom-rule">
            <a:extLst xmlns:a="http://schemas.openxmlformats.org/drawingml/2006/main">
              <a:ext uri="{FF2B5EF4-FFF2-40B4-BE49-F238E27FC236}">
                <a16:creationId xmlns:a16="http://schemas.microsoft.com/office/drawing/2014/main" id="{D67F1282-C91B-4883-AEA5-6248359B3983}"/>
              </a:ext>
            </a:extLst>
          </p:cNvPr>
          <p:cNvSpPr>
            <a:spLocks xmlns:a="http://schemas.openxmlformats.org/drawingml/2006/main" noGrp="1"/>
          </p:cNvSpPr>
          <p:nvPr/>
        </p:nvSpPr>
        <p:spPr>
          <a:xfrm xmlns:a="http://schemas.openxmlformats.org/drawingml/2006/main">
            <a:off x="876300" y="5010150"/>
            <a:ext cx="10096500" cy="9525"/>
          </a:xfrm>
          <a:prstGeom xmlns:a="http://schemas.openxmlformats.org/drawingml/2006/main" prst="rect">
            <a:avLst/>
          </a:prstGeom>
          <a:solidFill xmlns:a="http://schemas.openxmlformats.org/drawingml/2006/main">
            <a:srgbClr val="496B5D"/>
          </a:solidFill>
          <a:ln xmlns:a="http://schemas.openxmlformats.org/drawingml/2006/main" w="0">
            <a:noFill/>
            <a:prstDash val="solid"/>
          </a:ln>
        </p:spPr>
      </p:sp>
      <p:sp>
        <p:nvSpPr>
          <p:cNvPr id="9" name="scope-next">
            <a:extLst xmlns:a="http://schemas.openxmlformats.org/drawingml/2006/main">
              <a:ext uri="{FF2B5EF4-FFF2-40B4-BE49-F238E27FC236}">
                <a16:creationId xmlns:a16="http://schemas.microsoft.com/office/drawing/2014/main" id="{22A65951-3983-446D-9C12-3E24D6442D64}"/>
              </a:ext>
            </a:extLst>
          </p:cNvPr>
          <p:cNvSpPr>
            <a:spLocks xmlns:a="http://schemas.openxmlformats.org/drawingml/2006/main" noGrp="1"/>
          </p:cNvSpPr>
          <p:nvPr/>
        </p:nvSpPr>
        <p:spPr>
          <a:xfrm xmlns:a="http://schemas.openxmlformats.org/drawingml/2006/main">
            <a:off x="876300" y="5257800"/>
            <a:ext cx="981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1B184"/>
                </a:solidFill>
                <a:latin typeface="Arial"/>
                <a:ea typeface="Arial"/>
                <a:cs typeface="Arial"/>
              </a:defRPr>
            </a:defPPr>
            <a:lvl1pPr>
              <a:defRPr sz="1650" b="1">
                <a:solidFill>
                  <a:srgbClr val="F1B184"/>
                </a:solidFill>
                <a:latin typeface="Arial"/>
                <a:ea typeface="Arial"/>
                <a:cs typeface="Arial"/>
              </a:defRPr>
            </a:lvl1pPr>
            <a:lvl2pPr>
              <a:defRPr sz="1650" b="1">
                <a:solidFill>
                  <a:srgbClr val="F1B184"/>
                </a:solidFill>
                <a:latin typeface="Arial"/>
                <a:ea typeface="Arial"/>
                <a:cs typeface="Arial"/>
              </a:defRPr>
            </a:lvl2pPr>
            <a:lvl3pPr>
              <a:defRPr sz="1650" b="1">
                <a:solidFill>
                  <a:srgbClr val="F1B184"/>
                </a:solidFill>
                <a:latin typeface="Arial"/>
                <a:ea typeface="Arial"/>
                <a:cs typeface="Arial"/>
              </a:defRPr>
            </a:lvl3pPr>
            <a:lvl4pPr>
              <a:defRPr sz="1650" b="1">
                <a:solidFill>
                  <a:srgbClr val="F1B184"/>
                </a:solidFill>
                <a:latin typeface="Arial"/>
                <a:ea typeface="Arial"/>
                <a:cs typeface="Arial"/>
              </a:defRPr>
            </a:lvl4pPr>
            <a:lvl5pPr>
              <a:defRPr sz="1650" b="1">
                <a:solidFill>
                  <a:srgbClr val="F1B184"/>
                </a:solidFill>
                <a:latin typeface="Arial"/>
                <a:ea typeface="Arial"/>
                <a:cs typeface="Arial"/>
              </a:defRPr>
            </a:lvl5pPr>
            <a:lvl6pPr>
              <a:defRPr sz="1650" b="1">
                <a:solidFill>
                  <a:srgbClr val="F1B184"/>
                </a:solidFill>
                <a:latin typeface="Arial"/>
                <a:ea typeface="Arial"/>
                <a:cs typeface="Arial"/>
              </a:defRPr>
            </a:lvl6pPr>
            <a:lvl7pPr>
              <a:defRPr sz="1650" b="1">
                <a:solidFill>
                  <a:srgbClr val="F1B184"/>
                </a:solidFill>
                <a:latin typeface="Arial"/>
                <a:ea typeface="Arial"/>
                <a:cs typeface="Arial"/>
              </a:defRPr>
            </a:lvl7pPr>
            <a:lvl8pPr>
              <a:defRPr sz="1650" b="1">
                <a:solidFill>
                  <a:srgbClr val="F1B184"/>
                </a:solidFill>
                <a:latin typeface="Arial"/>
                <a:ea typeface="Arial"/>
                <a:cs typeface="Arial"/>
              </a:defRPr>
            </a:lvl8pPr>
            <a:lvl9pPr>
              <a:defRPr sz="1650" b="1">
                <a:solidFill>
                  <a:srgbClr val="F1B184"/>
                </a:solidFill>
                <a:latin typeface="Arial"/>
                <a:ea typeface="Arial"/>
                <a:cs typeface="Arial"/>
              </a:defRPr>
            </a:lvl9pPr>
          </a:lstStyle>
          <a:p xmlns:a="http://schemas.openxmlformats.org/drawingml/2006/main">
            <a:pPr>
              <a:defRPr sz="1650" b="1">
                <a:solidFill>
                  <a:srgbClr val="F1B184"/>
                </a:solidFill>
                <a:latin typeface="Arial"/>
                <a:ea typeface="Arial"/>
                <a:cs typeface="Arial"/>
              </a:defRPr>
            </a:pPr>
            <a:r>
              <a:rPr sz="1650" b="1">
                <a:solidFill>
                  <a:srgbClr val="F1B184"/>
                </a:solidFill>
                <a:latin typeface="Arial"/>
                <a:ea typeface="Arial"/>
                <a:cs typeface="Arial"/>
              </a:rPr>
              <a:t>Next: put the site online, hear from beginners, and improve the claim checks.</a:t>
            </a:r>
          </a:p>
        </p:txBody>
      </p:sp>
      <p:sp>
        <p:nvSpPr>
          <p:cNvPr id="10" name="scope-ai-note">
            <a:extLst xmlns:a="http://schemas.openxmlformats.org/drawingml/2006/main">
              <a:ext uri="{FF2B5EF4-FFF2-40B4-BE49-F238E27FC236}">
                <a16:creationId xmlns:a16="http://schemas.microsoft.com/office/drawing/2014/main" id="{04297943-C8E5-45A3-8BEC-D69E7CE4CE99}"/>
              </a:ext>
            </a:extLst>
          </p:cNvPr>
          <p:cNvSpPr>
            <a:spLocks xmlns:a="http://schemas.openxmlformats.org/drawingml/2006/main" noGrp="1"/>
          </p:cNvSpPr>
          <p:nvPr/>
        </p:nvSpPr>
        <p:spPr>
          <a:xfrm xmlns:a="http://schemas.openxmlformats.org/drawingml/2006/main">
            <a:off x="876300" y="5857875"/>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D4E2D7"/>
                </a:solidFill>
                <a:latin typeface="Arial"/>
                <a:ea typeface="Arial"/>
                <a:cs typeface="Arial"/>
              </a:defRPr>
            </a:defPPr>
            <a:lvl1pPr>
              <a:defRPr sz="1275" b="0">
                <a:solidFill>
                  <a:srgbClr val="D4E2D7"/>
                </a:solidFill>
                <a:latin typeface="Arial"/>
                <a:ea typeface="Arial"/>
                <a:cs typeface="Arial"/>
              </a:defRPr>
            </a:lvl1pPr>
            <a:lvl2pPr>
              <a:defRPr sz="1275" b="0">
                <a:solidFill>
                  <a:srgbClr val="D4E2D7"/>
                </a:solidFill>
                <a:latin typeface="Arial"/>
                <a:ea typeface="Arial"/>
                <a:cs typeface="Arial"/>
              </a:defRPr>
            </a:lvl2pPr>
            <a:lvl3pPr>
              <a:defRPr sz="1275" b="0">
                <a:solidFill>
                  <a:srgbClr val="D4E2D7"/>
                </a:solidFill>
                <a:latin typeface="Arial"/>
                <a:ea typeface="Arial"/>
                <a:cs typeface="Arial"/>
              </a:defRPr>
            </a:lvl3pPr>
            <a:lvl4pPr>
              <a:defRPr sz="1275" b="0">
                <a:solidFill>
                  <a:srgbClr val="D4E2D7"/>
                </a:solidFill>
                <a:latin typeface="Arial"/>
                <a:ea typeface="Arial"/>
                <a:cs typeface="Arial"/>
              </a:defRPr>
            </a:lvl4pPr>
            <a:lvl5pPr>
              <a:defRPr sz="1275" b="0">
                <a:solidFill>
                  <a:srgbClr val="D4E2D7"/>
                </a:solidFill>
                <a:latin typeface="Arial"/>
                <a:ea typeface="Arial"/>
                <a:cs typeface="Arial"/>
              </a:defRPr>
            </a:lvl5pPr>
            <a:lvl6pPr>
              <a:defRPr sz="1275" b="0">
                <a:solidFill>
                  <a:srgbClr val="D4E2D7"/>
                </a:solidFill>
                <a:latin typeface="Arial"/>
                <a:ea typeface="Arial"/>
                <a:cs typeface="Arial"/>
              </a:defRPr>
            </a:lvl6pPr>
            <a:lvl7pPr>
              <a:defRPr sz="1275" b="0">
                <a:solidFill>
                  <a:srgbClr val="D4E2D7"/>
                </a:solidFill>
                <a:latin typeface="Arial"/>
                <a:ea typeface="Arial"/>
                <a:cs typeface="Arial"/>
              </a:defRPr>
            </a:lvl7pPr>
            <a:lvl8pPr>
              <a:defRPr sz="1275" b="0">
                <a:solidFill>
                  <a:srgbClr val="D4E2D7"/>
                </a:solidFill>
                <a:latin typeface="Arial"/>
                <a:ea typeface="Arial"/>
                <a:cs typeface="Arial"/>
              </a:defRPr>
            </a:lvl8pPr>
            <a:lvl9pPr>
              <a:defRPr sz="1275" b="0">
                <a:solidFill>
                  <a:srgbClr val="D4E2D7"/>
                </a:solidFill>
                <a:latin typeface="Arial"/>
                <a:ea typeface="Arial"/>
                <a:cs typeface="Arial"/>
              </a:defRPr>
            </a:lvl9pPr>
          </a:lstStyle>
          <a:p xmlns:a="http://schemas.openxmlformats.org/drawingml/2006/main">
            <a:pPr>
              <a:defRPr sz="1275" b="0">
                <a:solidFill>
                  <a:srgbClr val="D4E2D7"/>
                </a:solidFill>
                <a:latin typeface="Arial"/>
                <a:ea typeface="Arial"/>
                <a:cs typeface="Arial"/>
              </a:defRPr>
            </a:pPr>
            <a:r>
              <a:rPr sz="1275" b="0">
                <a:solidFill>
                  <a:srgbClr val="D4E2D7"/>
                </a:solidFill>
                <a:latin typeface="Arial"/>
                <a:ea typeface="Arial"/>
                <a:cs typeface="Arial"/>
              </a:rPr>
              <a:t>Current matching uses clear rules; an open-source AI model is not part of this version.</a:t>
            </a:r>
          </a:p>
        </p:txBody>
      </p:sp>
      <p:sp>
        <p:nvSpPr>
          <p:cNvPr id="11" name="slide-number-7">
            <a:extLst xmlns:a="http://schemas.openxmlformats.org/drawingml/2006/main">
              <a:ext uri="{FF2B5EF4-FFF2-40B4-BE49-F238E27FC236}">
                <a16:creationId xmlns:a16="http://schemas.microsoft.com/office/drawing/2014/main" id="{FEC68A8E-A1F2-463D-83C7-9E53B7CC4DBC}"/>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D4E2D7"/>
                </a:solidFill>
                <a:latin typeface="Arial"/>
                <a:ea typeface="Arial"/>
                <a:cs typeface="Arial"/>
              </a:defRPr>
            </a:defPPr>
            <a:lvl1pPr>
              <a:defRPr sz="1050" b="1">
                <a:solidFill>
                  <a:srgbClr val="D4E2D7"/>
                </a:solidFill>
                <a:latin typeface="Arial"/>
                <a:ea typeface="Arial"/>
                <a:cs typeface="Arial"/>
              </a:defRPr>
            </a:lvl1pPr>
            <a:lvl2pPr>
              <a:defRPr sz="1050" b="1">
                <a:solidFill>
                  <a:srgbClr val="D4E2D7"/>
                </a:solidFill>
                <a:latin typeface="Arial"/>
                <a:ea typeface="Arial"/>
                <a:cs typeface="Arial"/>
              </a:defRPr>
            </a:lvl2pPr>
            <a:lvl3pPr>
              <a:defRPr sz="1050" b="1">
                <a:solidFill>
                  <a:srgbClr val="D4E2D7"/>
                </a:solidFill>
                <a:latin typeface="Arial"/>
                <a:ea typeface="Arial"/>
                <a:cs typeface="Arial"/>
              </a:defRPr>
            </a:lvl3pPr>
            <a:lvl4pPr>
              <a:defRPr sz="1050" b="1">
                <a:solidFill>
                  <a:srgbClr val="D4E2D7"/>
                </a:solidFill>
                <a:latin typeface="Arial"/>
                <a:ea typeface="Arial"/>
                <a:cs typeface="Arial"/>
              </a:defRPr>
            </a:lvl4pPr>
            <a:lvl5pPr>
              <a:defRPr sz="1050" b="1">
                <a:solidFill>
                  <a:srgbClr val="D4E2D7"/>
                </a:solidFill>
                <a:latin typeface="Arial"/>
                <a:ea typeface="Arial"/>
                <a:cs typeface="Arial"/>
              </a:defRPr>
            </a:lvl5pPr>
            <a:lvl6pPr>
              <a:defRPr sz="1050" b="1">
                <a:solidFill>
                  <a:srgbClr val="D4E2D7"/>
                </a:solidFill>
                <a:latin typeface="Arial"/>
                <a:ea typeface="Arial"/>
                <a:cs typeface="Arial"/>
              </a:defRPr>
            </a:lvl6pPr>
            <a:lvl7pPr>
              <a:defRPr sz="1050" b="1">
                <a:solidFill>
                  <a:srgbClr val="D4E2D7"/>
                </a:solidFill>
                <a:latin typeface="Arial"/>
                <a:ea typeface="Arial"/>
                <a:cs typeface="Arial"/>
              </a:defRPr>
            </a:lvl7pPr>
            <a:lvl8pPr>
              <a:defRPr sz="1050" b="1">
                <a:solidFill>
                  <a:srgbClr val="D4E2D7"/>
                </a:solidFill>
                <a:latin typeface="Arial"/>
                <a:ea typeface="Arial"/>
                <a:cs typeface="Arial"/>
              </a:defRPr>
            </a:lvl8pPr>
            <a:lvl9pPr>
              <a:defRPr sz="1050" b="1">
                <a:solidFill>
                  <a:srgbClr val="D4E2D7"/>
                </a:solidFill>
                <a:latin typeface="Arial"/>
                <a:ea typeface="Arial"/>
                <a:cs typeface="Arial"/>
              </a:defRPr>
            </a:lvl9pPr>
          </a:lstStyle>
          <a:p xmlns:a="http://schemas.openxmlformats.org/drawingml/2006/main">
            <a:pPr>
              <a:defRPr sz="1050" b="1">
                <a:solidFill>
                  <a:srgbClr val="D4E2D7"/>
                </a:solidFill>
                <a:latin typeface="Arial"/>
                <a:ea typeface="Arial"/>
                <a:cs typeface="Arial"/>
              </a:defRPr>
            </a:pPr>
            <a:r>
              <a:rPr sz="1050" b="1">
                <a:solidFill>
                  <a:srgbClr val="D4E2D7"/>
                </a:solidFill>
                <a:latin typeface="Arial"/>
                <a:ea typeface="Arial"/>
                <a:cs typeface="Arial"/>
              </a:rPr>
              <a:t>07 / 08</a:t>
            </a:r>
          </a:p>
        </p:txBody>
      </p:sp>
    </p:spTree>
    <p:extLst>
      <p:ext uri="{BB962C8B-B14F-4D97-AF65-F5344CB8AC3E}">
        <p14:creationId xmlns:p14="http://schemas.microsoft.com/office/powerpoint/2010/main" val="1468034925"/>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5" name="links-kicker">
            <a:extLst xmlns:a="http://schemas.openxmlformats.org/drawingml/2006/main">
              <a:ext uri="{FF2B5EF4-FFF2-40B4-BE49-F238E27FC236}">
                <a16:creationId xmlns:a16="http://schemas.microsoft.com/office/drawing/2014/main" id="{68F778A7-3CDC-42B8-84C3-B2C765395655}"/>
              </a:ext>
            </a:extLst>
          </p:cNvPr>
          <p:cNvSpPr>
            <a:spLocks xmlns:a="http://schemas.openxmlformats.org/drawingml/2006/main" noGrp="1"/>
          </p:cNvSpPr>
          <p:nvPr/>
        </p:nvSpPr>
        <p:spPr>
          <a:xfrm xmlns:a="http://schemas.openxmlformats.org/drawingml/2006/main">
            <a:off x="838200" y="6477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TRY IT / FIND THE CODE</a:t>
            </a:r>
          </a:p>
        </p:txBody>
      </p:sp>
      <p:sp>
        <p:nvSpPr>
          <p:cNvPr id="2" name="links-title">
            <a:extLst xmlns:a="http://schemas.openxmlformats.org/drawingml/2006/main">
              <a:ext uri="{FF2B5EF4-FFF2-40B4-BE49-F238E27FC236}">
                <a16:creationId xmlns:a16="http://schemas.microsoft.com/office/drawing/2014/main" id="{2345CA82-AE8B-49AE-98D0-8F97EB5F9BF2}"/>
              </a:ext>
            </a:extLst>
          </p:cNvPr>
          <p:cNvSpPr>
            <a:spLocks xmlns:a="http://schemas.openxmlformats.org/drawingml/2006/main" noGrp="1"/>
          </p:cNvSpPr>
          <p:nvPr/>
        </p:nvSpPr>
        <p:spPr>
          <a:xfrm xmlns:a="http://schemas.openxmlformats.org/drawingml/2006/main">
            <a:off x="800100" y="1162050"/>
            <a:ext cx="1009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20332B"/>
                </a:solidFill>
                <a:latin typeface="Arial"/>
                <a:ea typeface="Arial"/>
                <a:cs typeface="Arial"/>
              </a:defRPr>
            </a:defPPr>
            <a:lvl1pPr>
              <a:defRPr sz="4050" b="1">
                <a:solidFill>
                  <a:srgbClr val="20332B"/>
                </a:solidFill>
                <a:latin typeface="Arial"/>
                <a:ea typeface="Arial"/>
                <a:cs typeface="Arial"/>
              </a:defRPr>
            </a:lvl1pPr>
            <a:lvl2pPr>
              <a:defRPr sz="4050" b="1">
                <a:solidFill>
                  <a:srgbClr val="20332B"/>
                </a:solidFill>
                <a:latin typeface="Arial"/>
                <a:ea typeface="Arial"/>
                <a:cs typeface="Arial"/>
              </a:defRPr>
            </a:lvl2pPr>
            <a:lvl3pPr>
              <a:defRPr sz="4050" b="1">
                <a:solidFill>
                  <a:srgbClr val="20332B"/>
                </a:solidFill>
                <a:latin typeface="Arial"/>
                <a:ea typeface="Arial"/>
                <a:cs typeface="Arial"/>
              </a:defRPr>
            </a:lvl3pPr>
            <a:lvl4pPr>
              <a:defRPr sz="4050" b="1">
                <a:solidFill>
                  <a:srgbClr val="20332B"/>
                </a:solidFill>
                <a:latin typeface="Arial"/>
                <a:ea typeface="Arial"/>
                <a:cs typeface="Arial"/>
              </a:defRPr>
            </a:lvl4pPr>
            <a:lvl5pPr>
              <a:defRPr sz="4050" b="1">
                <a:solidFill>
                  <a:srgbClr val="20332B"/>
                </a:solidFill>
                <a:latin typeface="Arial"/>
                <a:ea typeface="Arial"/>
                <a:cs typeface="Arial"/>
              </a:defRPr>
            </a:lvl5pPr>
            <a:lvl6pPr>
              <a:defRPr sz="4050" b="1">
                <a:solidFill>
                  <a:srgbClr val="20332B"/>
                </a:solidFill>
                <a:latin typeface="Arial"/>
                <a:ea typeface="Arial"/>
                <a:cs typeface="Arial"/>
              </a:defRPr>
            </a:lvl6pPr>
            <a:lvl7pPr>
              <a:defRPr sz="4050" b="1">
                <a:solidFill>
                  <a:srgbClr val="20332B"/>
                </a:solidFill>
                <a:latin typeface="Arial"/>
                <a:ea typeface="Arial"/>
                <a:cs typeface="Arial"/>
              </a:defRPr>
            </a:lvl7pPr>
            <a:lvl8pPr>
              <a:defRPr sz="4050" b="1">
                <a:solidFill>
                  <a:srgbClr val="20332B"/>
                </a:solidFill>
                <a:latin typeface="Arial"/>
                <a:ea typeface="Arial"/>
                <a:cs typeface="Arial"/>
              </a:defRPr>
            </a:lvl8pPr>
            <a:lvl9pPr>
              <a:defRPr sz="4050" b="1">
                <a:solidFill>
                  <a:srgbClr val="20332B"/>
                </a:solidFill>
                <a:latin typeface="Arial"/>
                <a:ea typeface="Arial"/>
                <a:cs typeface="Arial"/>
              </a:defRPr>
            </a:lvl9pPr>
          </a:lstStyle>
          <a:p xmlns:a="http://schemas.openxmlformats.org/drawingml/2006/main">
            <a:pPr>
              <a:defRPr sz="4050" b="1">
                <a:solidFill>
                  <a:srgbClr val="20332B"/>
                </a:solidFill>
                <a:latin typeface="Arial"/>
                <a:ea typeface="Arial"/>
                <a:cs typeface="Arial"/>
              </a:defRPr>
            </a:pPr>
            <a:r>
              <a:rPr sz="4050" b="1">
                <a:solidFill>
                  <a:srgbClr val="20332B"/>
                </a:solidFill>
                <a:latin typeface="Arial"/>
                <a:ea typeface="Arial"/>
                <a:cs typeface="Arial"/>
              </a:rPr>
              <a:t>Start with the project</a:t>
            </a:r>
          </a:p>
        </p:txBody>
      </p:sp>
      <p:sp>
        <p:nvSpPr>
          <p:cNvPr id="3" name="links-intro">
            <a:extLst xmlns:a="http://schemas.openxmlformats.org/drawingml/2006/main">
              <a:ext uri="{FF2B5EF4-FFF2-40B4-BE49-F238E27FC236}">
                <a16:creationId xmlns:a16="http://schemas.microsoft.com/office/drawing/2014/main" id="{A575C928-4F62-4106-B947-760A2F48A1D3}"/>
              </a:ext>
            </a:extLst>
          </p:cNvPr>
          <p:cNvSpPr>
            <a:spLocks xmlns:a="http://schemas.openxmlformats.org/drawingml/2006/main" noGrp="1"/>
          </p:cNvSpPr>
          <p:nvPr/>
        </p:nvSpPr>
        <p:spPr>
          <a:xfrm xmlns:a="http://schemas.openxmlformats.org/drawingml/2006/main">
            <a:off x="838200" y="19812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65756B"/>
                </a:solidFill>
                <a:latin typeface="Arial"/>
                <a:ea typeface="Arial"/>
                <a:cs typeface="Arial"/>
              </a:defRPr>
            </a:defPPr>
            <a:lvl1pPr>
              <a:defRPr sz="1725" b="0">
                <a:solidFill>
                  <a:srgbClr val="65756B"/>
                </a:solidFill>
                <a:latin typeface="Arial"/>
                <a:ea typeface="Arial"/>
                <a:cs typeface="Arial"/>
              </a:defRPr>
            </a:lvl1pPr>
            <a:lvl2pPr>
              <a:defRPr sz="1725" b="0">
                <a:solidFill>
                  <a:srgbClr val="65756B"/>
                </a:solidFill>
                <a:latin typeface="Arial"/>
                <a:ea typeface="Arial"/>
                <a:cs typeface="Arial"/>
              </a:defRPr>
            </a:lvl2pPr>
            <a:lvl3pPr>
              <a:defRPr sz="1725" b="0">
                <a:solidFill>
                  <a:srgbClr val="65756B"/>
                </a:solidFill>
                <a:latin typeface="Arial"/>
                <a:ea typeface="Arial"/>
                <a:cs typeface="Arial"/>
              </a:defRPr>
            </a:lvl3pPr>
            <a:lvl4pPr>
              <a:defRPr sz="1725" b="0">
                <a:solidFill>
                  <a:srgbClr val="65756B"/>
                </a:solidFill>
                <a:latin typeface="Arial"/>
                <a:ea typeface="Arial"/>
                <a:cs typeface="Arial"/>
              </a:defRPr>
            </a:lvl4pPr>
            <a:lvl5pPr>
              <a:defRPr sz="1725" b="0">
                <a:solidFill>
                  <a:srgbClr val="65756B"/>
                </a:solidFill>
                <a:latin typeface="Arial"/>
                <a:ea typeface="Arial"/>
                <a:cs typeface="Arial"/>
              </a:defRPr>
            </a:lvl5pPr>
            <a:lvl6pPr>
              <a:defRPr sz="1725" b="0">
                <a:solidFill>
                  <a:srgbClr val="65756B"/>
                </a:solidFill>
                <a:latin typeface="Arial"/>
                <a:ea typeface="Arial"/>
                <a:cs typeface="Arial"/>
              </a:defRPr>
            </a:lvl6pPr>
            <a:lvl7pPr>
              <a:defRPr sz="1725" b="0">
                <a:solidFill>
                  <a:srgbClr val="65756B"/>
                </a:solidFill>
                <a:latin typeface="Arial"/>
                <a:ea typeface="Arial"/>
                <a:cs typeface="Arial"/>
              </a:defRPr>
            </a:lvl7pPr>
            <a:lvl8pPr>
              <a:defRPr sz="1725" b="0">
                <a:solidFill>
                  <a:srgbClr val="65756B"/>
                </a:solidFill>
                <a:latin typeface="Arial"/>
                <a:ea typeface="Arial"/>
                <a:cs typeface="Arial"/>
              </a:defRPr>
            </a:lvl8pPr>
            <a:lvl9pPr>
              <a:defRPr sz="1725" b="0">
                <a:solidFill>
                  <a:srgbClr val="65756B"/>
                </a:solidFill>
                <a:latin typeface="Arial"/>
                <a:ea typeface="Arial"/>
                <a:cs typeface="Arial"/>
              </a:defRPr>
            </a:lvl9pPr>
          </a:lstStyle>
          <a:p xmlns:a="http://schemas.openxmlformats.org/drawingml/2006/main">
            <a:pPr>
              <a:defRPr sz="1725" b="0">
                <a:solidFill>
                  <a:srgbClr val="65756B"/>
                </a:solidFill>
                <a:latin typeface="Arial"/>
                <a:ea typeface="Arial"/>
                <a:cs typeface="Arial"/>
              </a:defRPr>
            </a:pPr>
            <a:r>
              <a:rPr sz="1725" b="0">
                <a:solidFill>
                  <a:srgbClr val="65756B"/>
                </a:solidFill>
                <a:latin typeface="Arial"/>
                <a:ea typeface="Arial"/>
                <a:cs typeface="Arial"/>
              </a:rPr>
              <a:t>Use the local demo to explore the flow, then open the repository for the source files.</a:t>
            </a:r>
          </a:p>
        </p:txBody>
      </p:sp>
      <p:sp>
        <p:nvSpPr>
          <p:cNvPr id="4" name="demo-card">
            <a:extLst xmlns:a="http://schemas.openxmlformats.org/drawingml/2006/main">
              <a:ext uri="{FF2B5EF4-FFF2-40B4-BE49-F238E27FC236}">
                <a16:creationId xmlns:a16="http://schemas.microsoft.com/office/drawing/2014/main" id="{C951C647-D346-4F7D-8D76-4A52C4000B8A}"/>
              </a:ext>
            </a:extLst>
          </p:cNvPr>
          <p:cNvSpPr>
            <a:spLocks xmlns:a="http://schemas.openxmlformats.org/drawingml/2006/main" noGrp="1"/>
          </p:cNvSpPr>
          <p:nvPr/>
        </p:nvSpPr>
        <p:spPr>
          <a:xfrm xmlns:a="http://schemas.openxmlformats.org/drawingml/2006/main">
            <a:off x="876300" y="2857500"/>
            <a:ext cx="4857750" cy="1733550"/>
          </a:xfrm>
          <a:prstGeom xmlns:a="http://schemas.openxmlformats.org/drawingml/2006/main" prst="rect">
            <a:avLst/>
          </a:prstGeom>
          <a:solidFill xmlns:a="http://schemas.openxmlformats.org/drawingml/2006/main">
            <a:srgbClr val="FFFEFA"/>
          </a:solidFill>
          <a:ln xmlns:a="http://schemas.openxmlformats.org/drawingml/2006/main" w="0">
            <a:noFill/>
            <a:prstDash val="solid"/>
          </a:ln>
        </p:spPr>
      </p:sp>
      <p:sp>
        <p:nvSpPr>
          <p:cNvPr id="5" name="demo-label">
            <a:extLst xmlns:a="http://schemas.openxmlformats.org/drawingml/2006/main">
              <a:ext uri="{FF2B5EF4-FFF2-40B4-BE49-F238E27FC236}">
                <a16:creationId xmlns:a16="http://schemas.microsoft.com/office/drawing/2014/main" id="{F5DE7B4E-115F-47C2-A7C2-30F1C0B42E55}"/>
              </a:ext>
            </a:extLst>
          </p:cNvPr>
          <p:cNvSpPr>
            <a:spLocks xmlns:a="http://schemas.openxmlformats.org/drawingml/2006/main" noGrp="1"/>
          </p:cNvSpPr>
          <p:nvPr/>
        </p:nvSpPr>
        <p:spPr>
          <a:xfrm xmlns:a="http://schemas.openxmlformats.org/drawingml/2006/main">
            <a:off x="1104900" y="31051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WEBSITE  /  LOCAL DEMO</a:t>
            </a:r>
          </a:p>
        </p:txBody>
      </p:sp>
      <p:sp>
        <p:nvSpPr>
          <p:cNvPr id="6" name="demo-url">
            <a:extLst xmlns:a="http://schemas.openxmlformats.org/drawingml/2006/main">
              <a:ext uri="{FF2B5EF4-FFF2-40B4-BE49-F238E27FC236}">
                <a16:creationId xmlns:a16="http://schemas.microsoft.com/office/drawing/2014/main" id="{F87330D9-796F-4493-B536-35735E65ABBF}"/>
              </a:ext>
            </a:extLst>
          </p:cNvPr>
          <p:cNvSpPr>
            <a:spLocks xmlns:a="http://schemas.openxmlformats.org/drawingml/2006/main" noGrp="1"/>
          </p:cNvSpPr>
          <p:nvPr/>
        </p:nvSpPr>
        <p:spPr>
          <a:xfrm xmlns:a="http://schemas.openxmlformats.org/drawingml/2006/main">
            <a:off x="1104900" y="356235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8382F"/>
                </a:solidFill>
                <a:latin typeface="Arial"/>
                <a:ea typeface="Arial"/>
                <a:cs typeface="Arial"/>
              </a:defRPr>
            </a:defPPr>
            <a:lvl1pPr>
              <a:defRPr sz="1875" b="1">
                <a:solidFill>
                  <a:srgbClr val="18382F"/>
                </a:solidFill>
                <a:latin typeface="Arial"/>
                <a:ea typeface="Arial"/>
                <a:cs typeface="Arial"/>
              </a:defRPr>
            </a:lvl1pPr>
            <a:lvl2pPr>
              <a:defRPr sz="1875" b="1">
                <a:solidFill>
                  <a:srgbClr val="18382F"/>
                </a:solidFill>
                <a:latin typeface="Arial"/>
                <a:ea typeface="Arial"/>
                <a:cs typeface="Arial"/>
              </a:defRPr>
            </a:lvl2pPr>
            <a:lvl3pPr>
              <a:defRPr sz="1875" b="1">
                <a:solidFill>
                  <a:srgbClr val="18382F"/>
                </a:solidFill>
                <a:latin typeface="Arial"/>
                <a:ea typeface="Arial"/>
                <a:cs typeface="Arial"/>
              </a:defRPr>
            </a:lvl3pPr>
            <a:lvl4pPr>
              <a:defRPr sz="1875" b="1">
                <a:solidFill>
                  <a:srgbClr val="18382F"/>
                </a:solidFill>
                <a:latin typeface="Arial"/>
                <a:ea typeface="Arial"/>
                <a:cs typeface="Arial"/>
              </a:defRPr>
            </a:lvl4pPr>
            <a:lvl5pPr>
              <a:defRPr sz="1875" b="1">
                <a:solidFill>
                  <a:srgbClr val="18382F"/>
                </a:solidFill>
                <a:latin typeface="Arial"/>
                <a:ea typeface="Arial"/>
                <a:cs typeface="Arial"/>
              </a:defRPr>
            </a:lvl5pPr>
            <a:lvl6pPr>
              <a:defRPr sz="1875" b="1">
                <a:solidFill>
                  <a:srgbClr val="18382F"/>
                </a:solidFill>
                <a:latin typeface="Arial"/>
                <a:ea typeface="Arial"/>
                <a:cs typeface="Arial"/>
              </a:defRPr>
            </a:lvl6pPr>
            <a:lvl7pPr>
              <a:defRPr sz="1875" b="1">
                <a:solidFill>
                  <a:srgbClr val="18382F"/>
                </a:solidFill>
                <a:latin typeface="Arial"/>
                <a:ea typeface="Arial"/>
                <a:cs typeface="Arial"/>
              </a:defRPr>
            </a:lvl7pPr>
            <a:lvl8pPr>
              <a:defRPr sz="1875" b="1">
                <a:solidFill>
                  <a:srgbClr val="18382F"/>
                </a:solidFill>
                <a:latin typeface="Arial"/>
                <a:ea typeface="Arial"/>
                <a:cs typeface="Arial"/>
              </a:defRPr>
            </a:lvl8pPr>
            <a:lvl9pPr>
              <a:defRPr sz="1875" b="1">
                <a:solidFill>
                  <a:srgbClr val="18382F"/>
                </a:solidFill>
                <a:latin typeface="Arial"/>
                <a:ea typeface="Arial"/>
                <a:cs typeface="Arial"/>
              </a:defRPr>
            </a:lvl9pPr>
          </a:lstStyle>
          <a:p xmlns:a="http://schemas.openxmlformats.org/drawingml/2006/main">
            <a:pPr>
              <a:defRPr sz="1875" b="1">
                <a:solidFill>
                  <a:srgbClr val="18382F"/>
                </a:solidFill>
                <a:latin typeface="Arial"/>
                <a:ea typeface="Arial"/>
                <a:cs typeface="Arial"/>
              </a:defRPr>
            </a:pPr>
            <a:r>
              <a:rPr sz="1875" b="1">
                <a:solidFill>
                  <a:srgbClr val="18382F"/>
                </a:solidFill>
                <a:latin typeface="Arial"/>
                <a:ea typeface="Arial"/>
                <a:cs typeface="Arial"/>
              </a:rPr>
              <a:t>http://localhost:3000/</a:t>
            </a:r>
          </a:p>
        </p:txBody>
      </p:sp>
      <p:sp>
        <p:nvSpPr>
          <p:cNvPr id="7" name="demo-note">
            <a:extLst xmlns:a="http://schemas.openxmlformats.org/drawingml/2006/main">
              <a:ext uri="{FF2B5EF4-FFF2-40B4-BE49-F238E27FC236}">
                <a16:creationId xmlns:a16="http://schemas.microsoft.com/office/drawing/2014/main" id="{C64926B7-9768-41C0-B21B-1D7D9CA38B40}"/>
              </a:ext>
            </a:extLst>
          </p:cNvPr>
          <p:cNvSpPr>
            <a:spLocks xmlns:a="http://schemas.openxmlformats.org/drawingml/2006/main" noGrp="1"/>
          </p:cNvSpPr>
          <p:nvPr/>
        </p:nvSpPr>
        <p:spPr>
          <a:xfrm xmlns:a="http://schemas.openxmlformats.org/drawingml/2006/main">
            <a:off x="1104900" y="40576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5756B"/>
                </a:solidFill>
                <a:latin typeface="Arial"/>
                <a:ea typeface="Arial"/>
                <a:cs typeface="Arial"/>
              </a:defRPr>
            </a:defPPr>
            <a:lvl1pPr>
              <a:defRPr sz="1275" b="0">
                <a:solidFill>
                  <a:srgbClr val="65756B"/>
                </a:solidFill>
                <a:latin typeface="Arial"/>
                <a:ea typeface="Arial"/>
                <a:cs typeface="Arial"/>
              </a:defRPr>
            </a:lvl1pPr>
            <a:lvl2pPr>
              <a:defRPr sz="1275" b="0">
                <a:solidFill>
                  <a:srgbClr val="65756B"/>
                </a:solidFill>
                <a:latin typeface="Arial"/>
                <a:ea typeface="Arial"/>
                <a:cs typeface="Arial"/>
              </a:defRPr>
            </a:lvl2pPr>
            <a:lvl3pPr>
              <a:defRPr sz="1275" b="0">
                <a:solidFill>
                  <a:srgbClr val="65756B"/>
                </a:solidFill>
                <a:latin typeface="Arial"/>
                <a:ea typeface="Arial"/>
                <a:cs typeface="Arial"/>
              </a:defRPr>
            </a:lvl3pPr>
            <a:lvl4pPr>
              <a:defRPr sz="1275" b="0">
                <a:solidFill>
                  <a:srgbClr val="65756B"/>
                </a:solidFill>
                <a:latin typeface="Arial"/>
                <a:ea typeface="Arial"/>
                <a:cs typeface="Arial"/>
              </a:defRPr>
            </a:lvl4pPr>
            <a:lvl5pPr>
              <a:defRPr sz="1275" b="0">
                <a:solidFill>
                  <a:srgbClr val="65756B"/>
                </a:solidFill>
                <a:latin typeface="Arial"/>
                <a:ea typeface="Arial"/>
                <a:cs typeface="Arial"/>
              </a:defRPr>
            </a:lvl5pPr>
            <a:lvl6pPr>
              <a:defRPr sz="1275" b="0">
                <a:solidFill>
                  <a:srgbClr val="65756B"/>
                </a:solidFill>
                <a:latin typeface="Arial"/>
                <a:ea typeface="Arial"/>
                <a:cs typeface="Arial"/>
              </a:defRPr>
            </a:lvl6pPr>
            <a:lvl7pPr>
              <a:defRPr sz="1275" b="0">
                <a:solidFill>
                  <a:srgbClr val="65756B"/>
                </a:solidFill>
                <a:latin typeface="Arial"/>
                <a:ea typeface="Arial"/>
                <a:cs typeface="Arial"/>
              </a:defRPr>
            </a:lvl7pPr>
            <a:lvl8pPr>
              <a:defRPr sz="1275" b="0">
                <a:solidFill>
                  <a:srgbClr val="65756B"/>
                </a:solidFill>
                <a:latin typeface="Arial"/>
                <a:ea typeface="Arial"/>
                <a:cs typeface="Arial"/>
              </a:defRPr>
            </a:lvl8pPr>
            <a:lvl9pPr>
              <a:defRPr sz="1275" b="0">
                <a:solidFill>
                  <a:srgbClr val="65756B"/>
                </a:solidFill>
                <a:latin typeface="Arial"/>
                <a:ea typeface="Arial"/>
                <a:cs typeface="Arial"/>
              </a:defRPr>
            </a:lvl9pPr>
          </a:lstStyle>
          <a:p xmlns:a="http://schemas.openxmlformats.org/drawingml/2006/main">
            <a:pPr>
              <a:defRPr sz="1275" b="0">
                <a:solidFill>
                  <a:srgbClr val="65756B"/>
                </a:solidFill>
                <a:latin typeface="Arial"/>
                <a:ea typeface="Arial"/>
                <a:cs typeface="Arial"/>
              </a:defRPr>
            </a:pPr>
            <a:r>
              <a:rPr sz="1275" b="0">
                <a:solidFill>
                  <a:srgbClr val="65756B"/>
                </a:solidFill>
                <a:latin typeface="Arial"/>
                <a:ea typeface="Arial"/>
                <a:cs typeface="Arial"/>
              </a:rPr>
              <a:t>This address works on the computer running the site. Deploy the project to get a public link.</a:t>
            </a:r>
          </a:p>
        </p:txBody>
      </p:sp>
      <p:sp>
        <p:nvSpPr>
          <p:cNvPr id="8" name="repo-card">
            <a:extLst xmlns:a="http://schemas.openxmlformats.org/drawingml/2006/main">
              <a:ext uri="{FF2B5EF4-FFF2-40B4-BE49-F238E27FC236}">
                <a16:creationId xmlns:a16="http://schemas.microsoft.com/office/drawing/2014/main" id="{DBC58518-A2F3-4868-97C6-CC8554F9C85B}"/>
              </a:ext>
            </a:extLst>
          </p:cNvPr>
          <p:cNvSpPr>
            <a:spLocks xmlns:a="http://schemas.openxmlformats.org/drawingml/2006/main" noGrp="1"/>
          </p:cNvSpPr>
          <p:nvPr/>
        </p:nvSpPr>
        <p:spPr>
          <a:xfrm xmlns:a="http://schemas.openxmlformats.org/drawingml/2006/main">
            <a:off x="6172200" y="2857500"/>
            <a:ext cx="4857750" cy="1733550"/>
          </a:xfrm>
          <a:prstGeom xmlns:a="http://schemas.openxmlformats.org/drawingml/2006/main" prst="rect">
            <a:avLst/>
          </a:prstGeom>
          <a:solidFill xmlns:a="http://schemas.openxmlformats.org/drawingml/2006/main">
            <a:srgbClr val="E2EBDD"/>
          </a:solidFill>
          <a:ln xmlns:a="http://schemas.openxmlformats.org/drawingml/2006/main" w="0">
            <a:noFill/>
            <a:prstDash val="solid"/>
          </a:ln>
        </p:spPr>
      </p:sp>
      <p:sp>
        <p:nvSpPr>
          <p:cNvPr id="9" name="repo-label">
            <a:extLst xmlns:a="http://schemas.openxmlformats.org/drawingml/2006/main">
              <a:ext uri="{FF2B5EF4-FFF2-40B4-BE49-F238E27FC236}">
                <a16:creationId xmlns:a16="http://schemas.microsoft.com/office/drawing/2014/main" id="{F1E91022-E570-49BA-B1FB-0D2E014A0EA0}"/>
              </a:ext>
            </a:extLst>
          </p:cNvPr>
          <p:cNvSpPr>
            <a:spLocks xmlns:a="http://schemas.openxmlformats.org/drawingml/2006/main" noGrp="1"/>
          </p:cNvSpPr>
          <p:nvPr/>
        </p:nvSpPr>
        <p:spPr>
          <a:xfrm xmlns:a="http://schemas.openxmlformats.org/drawingml/2006/main">
            <a:off x="6400800" y="31051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D8844F"/>
                </a:solidFill>
                <a:latin typeface="Arial"/>
                <a:ea typeface="Arial"/>
                <a:cs typeface="Arial"/>
              </a:defRPr>
            </a:defPPr>
            <a:lvl1pPr>
              <a:defRPr sz="1200" b="1">
                <a:solidFill>
                  <a:srgbClr val="D8844F"/>
                </a:solidFill>
                <a:latin typeface="Arial"/>
                <a:ea typeface="Arial"/>
                <a:cs typeface="Arial"/>
              </a:defRPr>
            </a:lvl1pPr>
            <a:lvl2pPr>
              <a:defRPr sz="1200" b="1">
                <a:solidFill>
                  <a:srgbClr val="D8844F"/>
                </a:solidFill>
                <a:latin typeface="Arial"/>
                <a:ea typeface="Arial"/>
                <a:cs typeface="Arial"/>
              </a:defRPr>
            </a:lvl2pPr>
            <a:lvl3pPr>
              <a:defRPr sz="1200" b="1">
                <a:solidFill>
                  <a:srgbClr val="D8844F"/>
                </a:solidFill>
                <a:latin typeface="Arial"/>
                <a:ea typeface="Arial"/>
                <a:cs typeface="Arial"/>
              </a:defRPr>
            </a:lvl3pPr>
            <a:lvl4pPr>
              <a:defRPr sz="1200" b="1">
                <a:solidFill>
                  <a:srgbClr val="D8844F"/>
                </a:solidFill>
                <a:latin typeface="Arial"/>
                <a:ea typeface="Arial"/>
                <a:cs typeface="Arial"/>
              </a:defRPr>
            </a:lvl4pPr>
            <a:lvl5pPr>
              <a:defRPr sz="1200" b="1">
                <a:solidFill>
                  <a:srgbClr val="D8844F"/>
                </a:solidFill>
                <a:latin typeface="Arial"/>
                <a:ea typeface="Arial"/>
                <a:cs typeface="Arial"/>
              </a:defRPr>
            </a:lvl5pPr>
            <a:lvl6pPr>
              <a:defRPr sz="1200" b="1">
                <a:solidFill>
                  <a:srgbClr val="D8844F"/>
                </a:solidFill>
                <a:latin typeface="Arial"/>
                <a:ea typeface="Arial"/>
                <a:cs typeface="Arial"/>
              </a:defRPr>
            </a:lvl6pPr>
            <a:lvl7pPr>
              <a:defRPr sz="1200" b="1">
                <a:solidFill>
                  <a:srgbClr val="D8844F"/>
                </a:solidFill>
                <a:latin typeface="Arial"/>
                <a:ea typeface="Arial"/>
                <a:cs typeface="Arial"/>
              </a:defRPr>
            </a:lvl7pPr>
            <a:lvl8pPr>
              <a:defRPr sz="1200" b="1">
                <a:solidFill>
                  <a:srgbClr val="D8844F"/>
                </a:solidFill>
                <a:latin typeface="Arial"/>
                <a:ea typeface="Arial"/>
                <a:cs typeface="Arial"/>
              </a:defRPr>
            </a:lvl8pPr>
            <a:lvl9pPr>
              <a:defRPr sz="1200" b="1">
                <a:solidFill>
                  <a:srgbClr val="D8844F"/>
                </a:solidFill>
                <a:latin typeface="Arial"/>
                <a:ea typeface="Arial"/>
                <a:cs typeface="Arial"/>
              </a:defRPr>
            </a:lvl9pPr>
          </a:lstStyle>
          <a:p xmlns:a="http://schemas.openxmlformats.org/drawingml/2006/main">
            <a:pPr>
              <a:defRPr sz="1200" b="1">
                <a:solidFill>
                  <a:srgbClr val="D8844F"/>
                </a:solidFill>
                <a:latin typeface="Arial"/>
                <a:ea typeface="Arial"/>
                <a:cs typeface="Arial"/>
              </a:defRPr>
            </a:pPr>
            <a:r>
              <a:rPr sz="1200" b="1">
                <a:solidFill>
                  <a:srgbClr val="D8844F"/>
                </a:solidFill>
                <a:latin typeface="Arial"/>
                <a:ea typeface="Arial"/>
                <a:cs typeface="Arial"/>
              </a:rPr>
              <a:t>SOURCE REPOSITORY</a:t>
            </a:r>
          </a:p>
        </p:txBody>
      </p:sp>
      <p:sp>
        <p:nvSpPr>
          <p:cNvPr id="10" name="repo-url">
            <a:extLst xmlns:a="http://schemas.openxmlformats.org/drawingml/2006/main">
              <a:ext uri="{FF2B5EF4-FFF2-40B4-BE49-F238E27FC236}">
                <a16:creationId xmlns:a16="http://schemas.microsoft.com/office/drawing/2014/main" id="{94E4F0C9-FA7E-4CF5-8788-0A36E701A14B}"/>
              </a:ext>
            </a:extLst>
          </p:cNvPr>
          <p:cNvSpPr>
            <a:spLocks xmlns:a="http://schemas.openxmlformats.org/drawingml/2006/main" noGrp="1"/>
          </p:cNvSpPr>
          <p:nvPr/>
        </p:nvSpPr>
        <p:spPr>
          <a:xfrm xmlns:a="http://schemas.openxmlformats.org/drawingml/2006/main">
            <a:off x="6400800" y="354330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8382F"/>
                </a:solidFill>
                <a:latin typeface="Arial"/>
                <a:ea typeface="Arial"/>
                <a:cs typeface="Arial"/>
              </a:defRPr>
            </a:defPPr>
            <a:lvl1pPr>
              <a:defRPr sz="1350" b="1">
                <a:solidFill>
                  <a:srgbClr val="18382F"/>
                </a:solidFill>
                <a:latin typeface="Arial"/>
                <a:ea typeface="Arial"/>
                <a:cs typeface="Arial"/>
              </a:defRPr>
            </a:lvl1pPr>
            <a:lvl2pPr>
              <a:defRPr sz="1350" b="1">
                <a:solidFill>
                  <a:srgbClr val="18382F"/>
                </a:solidFill>
                <a:latin typeface="Arial"/>
                <a:ea typeface="Arial"/>
                <a:cs typeface="Arial"/>
              </a:defRPr>
            </a:lvl2pPr>
            <a:lvl3pPr>
              <a:defRPr sz="1350" b="1">
                <a:solidFill>
                  <a:srgbClr val="18382F"/>
                </a:solidFill>
                <a:latin typeface="Arial"/>
                <a:ea typeface="Arial"/>
                <a:cs typeface="Arial"/>
              </a:defRPr>
            </a:lvl3pPr>
            <a:lvl4pPr>
              <a:defRPr sz="1350" b="1">
                <a:solidFill>
                  <a:srgbClr val="18382F"/>
                </a:solidFill>
                <a:latin typeface="Arial"/>
                <a:ea typeface="Arial"/>
                <a:cs typeface="Arial"/>
              </a:defRPr>
            </a:lvl4pPr>
            <a:lvl5pPr>
              <a:defRPr sz="1350" b="1">
                <a:solidFill>
                  <a:srgbClr val="18382F"/>
                </a:solidFill>
                <a:latin typeface="Arial"/>
                <a:ea typeface="Arial"/>
                <a:cs typeface="Arial"/>
              </a:defRPr>
            </a:lvl5pPr>
            <a:lvl6pPr>
              <a:defRPr sz="1350" b="1">
                <a:solidFill>
                  <a:srgbClr val="18382F"/>
                </a:solidFill>
                <a:latin typeface="Arial"/>
                <a:ea typeface="Arial"/>
                <a:cs typeface="Arial"/>
              </a:defRPr>
            </a:lvl6pPr>
            <a:lvl7pPr>
              <a:defRPr sz="1350" b="1">
                <a:solidFill>
                  <a:srgbClr val="18382F"/>
                </a:solidFill>
                <a:latin typeface="Arial"/>
                <a:ea typeface="Arial"/>
                <a:cs typeface="Arial"/>
              </a:defRPr>
            </a:lvl7pPr>
            <a:lvl8pPr>
              <a:defRPr sz="1350" b="1">
                <a:solidFill>
                  <a:srgbClr val="18382F"/>
                </a:solidFill>
                <a:latin typeface="Arial"/>
                <a:ea typeface="Arial"/>
                <a:cs typeface="Arial"/>
              </a:defRPr>
            </a:lvl8pPr>
            <a:lvl9pPr>
              <a:defRPr sz="1350" b="1">
                <a:solidFill>
                  <a:srgbClr val="18382F"/>
                </a:solidFill>
                <a:latin typeface="Arial"/>
                <a:ea typeface="Arial"/>
                <a:cs typeface="Arial"/>
              </a:defRPr>
            </a:lvl9pPr>
          </a:lstStyle>
          <a:p xmlns:a="http://schemas.openxmlformats.org/drawingml/2006/main">
            <a:pPr>
              <a:defRPr sz="1350" b="1">
                <a:solidFill>
                  <a:srgbClr val="18382F"/>
                </a:solidFill>
                <a:latin typeface="Arial"/>
                <a:ea typeface="Arial"/>
                <a:cs typeface="Arial"/>
              </a:defRPr>
            </a:pPr>
            <a:r>
              <a:rPr sz="1350" b="1">
                <a:solidFill>
                  <a:srgbClr val="18382F"/>
                </a:solidFill>
                <a:latin typeface="Arial"/>
                <a:ea typeface="Arial"/>
                <a:cs typeface="Arial"/>
              </a:rPr>
              <a:t>github.com/kushwahaanurag641-cell/</a:t>
            </a:r>
          </a:p>
          <a:p xmlns:a="http://schemas.openxmlformats.org/drawingml/2006/main">
            <a:pPr>
              <a:defRPr sz="1350" b="1">
                <a:solidFill>
                  <a:srgbClr val="18382F"/>
                </a:solidFill>
                <a:latin typeface="Arial"/>
                <a:ea typeface="Arial"/>
                <a:cs typeface="Arial"/>
              </a:defRPr>
            </a:pPr>
            <a:r>
              <a:rPr sz="1350" b="1">
                <a:solidFill>
                  <a:srgbClr val="18382F"/>
                </a:solidFill>
                <a:latin typeface="Arial"/>
                <a:ea typeface="Arial"/>
                <a:cs typeface="Arial"/>
              </a:rPr>
              <a:t>Open-Source-Contribution-finder</a:t>
            </a:r>
          </a:p>
        </p:txBody>
      </p:sp>
      <p:sp>
        <p:nvSpPr>
          <p:cNvPr id="11" name="repo-note">
            <a:extLst xmlns:a="http://schemas.openxmlformats.org/drawingml/2006/main">
              <a:ext uri="{FF2B5EF4-FFF2-40B4-BE49-F238E27FC236}">
                <a16:creationId xmlns:a16="http://schemas.microsoft.com/office/drawing/2014/main" id="{E981570F-4E17-4127-8FB9-B3BE13CBC649}"/>
              </a:ext>
            </a:extLst>
          </p:cNvPr>
          <p:cNvSpPr>
            <a:spLocks xmlns:a="http://schemas.openxmlformats.org/drawingml/2006/main" noGrp="1"/>
          </p:cNvSpPr>
          <p:nvPr/>
        </p:nvSpPr>
        <p:spPr>
          <a:xfrm xmlns:a="http://schemas.openxmlformats.org/drawingml/2006/main">
            <a:off x="6400800" y="42100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5756B"/>
                </a:solidFill>
                <a:latin typeface="Arial"/>
                <a:ea typeface="Arial"/>
                <a:cs typeface="Arial"/>
              </a:defRPr>
            </a:defPPr>
            <a:lvl1pPr>
              <a:defRPr sz="1275" b="0">
                <a:solidFill>
                  <a:srgbClr val="65756B"/>
                </a:solidFill>
                <a:latin typeface="Arial"/>
                <a:ea typeface="Arial"/>
                <a:cs typeface="Arial"/>
              </a:defRPr>
            </a:lvl1pPr>
            <a:lvl2pPr>
              <a:defRPr sz="1275" b="0">
                <a:solidFill>
                  <a:srgbClr val="65756B"/>
                </a:solidFill>
                <a:latin typeface="Arial"/>
                <a:ea typeface="Arial"/>
                <a:cs typeface="Arial"/>
              </a:defRPr>
            </a:lvl2pPr>
            <a:lvl3pPr>
              <a:defRPr sz="1275" b="0">
                <a:solidFill>
                  <a:srgbClr val="65756B"/>
                </a:solidFill>
                <a:latin typeface="Arial"/>
                <a:ea typeface="Arial"/>
                <a:cs typeface="Arial"/>
              </a:defRPr>
            </a:lvl3pPr>
            <a:lvl4pPr>
              <a:defRPr sz="1275" b="0">
                <a:solidFill>
                  <a:srgbClr val="65756B"/>
                </a:solidFill>
                <a:latin typeface="Arial"/>
                <a:ea typeface="Arial"/>
                <a:cs typeface="Arial"/>
              </a:defRPr>
            </a:lvl4pPr>
            <a:lvl5pPr>
              <a:defRPr sz="1275" b="0">
                <a:solidFill>
                  <a:srgbClr val="65756B"/>
                </a:solidFill>
                <a:latin typeface="Arial"/>
                <a:ea typeface="Arial"/>
                <a:cs typeface="Arial"/>
              </a:defRPr>
            </a:lvl5pPr>
            <a:lvl6pPr>
              <a:defRPr sz="1275" b="0">
                <a:solidFill>
                  <a:srgbClr val="65756B"/>
                </a:solidFill>
                <a:latin typeface="Arial"/>
                <a:ea typeface="Arial"/>
                <a:cs typeface="Arial"/>
              </a:defRPr>
            </a:lvl6pPr>
            <a:lvl7pPr>
              <a:defRPr sz="1275" b="0">
                <a:solidFill>
                  <a:srgbClr val="65756B"/>
                </a:solidFill>
                <a:latin typeface="Arial"/>
                <a:ea typeface="Arial"/>
                <a:cs typeface="Arial"/>
              </a:defRPr>
            </a:lvl7pPr>
            <a:lvl8pPr>
              <a:defRPr sz="1275" b="0">
                <a:solidFill>
                  <a:srgbClr val="65756B"/>
                </a:solidFill>
                <a:latin typeface="Arial"/>
                <a:ea typeface="Arial"/>
                <a:cs typeface="Arial"/>
              </a:defRPr>
            </a:lvl8pPr>
            <a:lvl9pPr>
              <a:defRPr sz="1275" b="0">
                <a:solidFill>
                  <a:srgbClr val="65756B"/>
                </a:solidFill>
                <a:latin typeface="Arial"/>
                <a:ea typeface="Arial"/>
                <a:cs typeface="Arial"/>
              </a:defRPr>
            </a:lvl9pPr>
          </a:lstStyle>
          <a:p xmlns:a="http://schemas.openxmlformats.org/drawingml/2006/main">
            <a:pPr>
              <a:defRPr sz="1275" b="0">
                <a:solidFill>
                  <a:srgbClr val="65756B"/>
                </a:solidFill>
                <a:latin typeface="Arial"/>
                <a:ea typeface="Arial"/>
                <a:cs typeface="Arial"/>
              </a:defRPr>
            </a:pPr>
            <a:r>
              <a:rPr sz="1275" b="0">
                <a:solidFill>
                  <a:srgbClr val="65756B"/>
                </a:solidFill>
                <a:latin typeface="Arial"/>
                <a:ea typeface="Arial"/>
                <a:cs typeface="Arial"/>
              </a:rPr>
              <a:t>Review the README for setup instructions and project details.</a:t>
            </a:r>
          </a:p>
        </p:txBody>
      </p:sp>
      <p:sp>
        <p:nvSpPr>
          <p:cNvPr id="12" name="links-bottom-rule">
            <a:extLst xmlns:a="http://schemas.openxmlformats.org/drawingml/2006/main">
              <a:ext uri="{FF2B5EF4-FFF2-40B4-BE49-F238E27FC236}">
                <a16:creationId xmlns:a16="http://schemas.microsoft.com/office/drawing/2014/main" id="{E11FFFBE-BF93-4C6D-BB62-75D2440EFE7D}"/>
              </a:ext>
            </a:extLst>
          </p:cNvPr>
          <p:cNvSpPr>
            <a:spLocks xmlns:a="http://schemas.openxmlformats.org/drawingml/2006/main" noGrp="1"/>
          </p:cNvSpPr>
          <p:nvPr/>
        </p:nvSpPr>
        <p:spPr>
          <a:xfrm xmlns:a="http://schemas.openxmlformats.org/drawingml/2006/main">
            <a:off x="876300" y="5048250"/>
            <a:ext cx="100965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3" name="links-ending">
            <a:extLst xmlns:a="http://schemas.openxmlformats.org/drawingml/2006/main">
              <a:ext uri="{FF2B5EF4-FFF2-40B4-BE49-F238E27FC236}">
                <a16:creationId xmlns:a16="http://schemas.microsoft.com/office/drawing/2014/main" id="{263BABB2-70B7-448E-A057-D5432BB01DA5}"/>
              </a:ext>
            </a:extLst>
          </p:cNvPr>
          <p:cNvSpPr>
            <a:spLocks xmlns:a="http://schemas.openxmlformats.org/drawingml/2006/main" noGrp="1"/>
          </p:cNvSpPr>
          <p:nvPr/>
        </p:nvSpPr>
        <p:spPr>
          <a:xfrm xmlns:a="http://schemas.openxmlformats.org/drawingml/2006/main">
            <a:off x="876300" y="5372100"/>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4A3D"/>
                </a:solidFill>
                <a:latin typeface="Arial"/>
                <a:ea typeface="Arial"/>
                <a:cs typeface="Arial"/>
              </a:defRPr>
            </a:defPPr>
            <a:lvl1pPr>
              <a:defRPr sz="1725" b="1">
                <a:solidFill>
                  <a:srgbClr val="244A3D"/>
                </a:solidFill>
                <a:latin typeface="Arial"/>
                <a:ea typeface="Arial"/>
                <a:cs typeface="Arial"/>
              </a:defRPr>
            </a:lvl1pPr>
            <a:lvl2pPr>
              <a:defRPr sz="1725" b="1">
                <a:solidFill>
                  <a:srgbClr val="244A3D"/>
                </a:solidFill>
                <a:latin typeface="Arial"/>
                <a:ea typeface="Arial"/>
                <a:cs typeface="Arial"/>
              </a:defRPr>
            </a:lvl2pPr>
            <a:lvl3pPr>
              <a:defRPr sz="1725" b="1">
                <a:solidFill>
                  <a:srgbClr val="244A3D"/>
                </a:solidFill>
                <a:latin typeface="Arial"/>
                <a:ea typeface="Arial"/>
                <a:cs typeface="Arial"/>
              </a:defRPr>
            </a:lvl3pPr>
            <a:lvl4pPr>
              <a:defRPr sz="1725" b="1">
                <a:solidFill>
                  <a:srgbClr val="244A3D"/>
                </a:solidFill>
                <a:latin typeface="Arial"/>
                <a:ea typeface="Arial"/>
                <a:cs typeface="Arial"/>
              </a:defRPr>
            </a:lvl4pPr>
            <a:lvl5pPr>
              <a:defRPr sz="1725" b="1">
                <a:solidFill>
                  <a:srgbClr val="244A3D"/>
                </a:solidFill>
                <a:latin typeface="Arial"/>
                <a:ea typeface="Arial"/>
                <a:cs typeface="Arial"/>
              </a:defRPr>
            </a:lvl5pPr>
            <a:lvl6pPr>
              <a:defRPr sz="1725" b="1">
                <a:solidFill>
                  <a:srgbClr val="244A3D"/>
                </a:solidFill>
                <a:latin typeface="Arial"/>
                <a:ea typeface="Arial"/>
                <a:cs typeface="Arial"/>
              </a:defRPr>
            </a:lvl6pPr>
            <a:lvl7pPr>
              <a:defRPr sz="1725" b="1">
                <a:solidFill>
                  <a:srgbClr val="244A3D"/>
                </a:solidFill>
                <a:latin typeface="Arial"/>
                <a:ea typeface="Arial"/>
                <a:cs typeface="Arial"/>
              </a:defRPr>
            </a:lvl7pPr>
            <a:lvl8pPr>
              <a:defRPr sz="1725" b="1">
                <a:solidFill>
                  <a:srgbClr val="244A3D"/>
                </a:solidFill>
                <a:latin typeface="Arial"/>
                <a:ea typeface="Arial"/>
                <a:cs typeface="Arial"/>
              </a:defRPr>
            </a:lvl8pPr>
            <a:lvl9pPr>
              <a:defRPr sz="1725" b="1">
                <a:solidFill>
                  <a:srgbClr val="244A3D"/>
                </a:solidFill>
                <a:latin typeface="Arial"/>
                <a:ea typeface="Arial"/>
                <a:cs typeface="Arial"/>
              </a:defRPr>
            </a:lvl9pPr>
          </a:lstStyle>
          <a:p xmlns:a="http://schemas.openxmlformats.org/drawingml/2006/main">
            <a:pPr>
              <a:defRPr sz="1725" b="1">
                <a:solidFill>
                  <a:srgbClr val="244A3D"/>
                </a:solidFill>
                <a:latin typeface="Arial"/>
                <a:ea typeface="Arial"/>
                <a:cs typeface="Arial"/>
              </a:defRPr>
            </a:pPr>
            <a:r>
              <a:rPr sz="1725" b="1">
                <a:solidFill>
                  <a:srgbClr val="244A3D"/>
                </a:solidFill>
                <a:latin typeface="Arial"/>
                <a:ea typeface="Arial"/>
                <a:cs typeface="Arial"/>
              </a:rPr>
              <a:t>Patchwork  /  Find an issue that fits what you know.</a:t>
            </a:r>
          </a:p>
        </p:txBody>
      </p:sp>
      <p:sp>
        <p:nvSpPr>
          <p:cNvPr id="14" name="slide-number-8">
            <a:extLst xmlns:a="http://schemas.openxmlformats.org/drawingml/2006/main">
              <a:ext uri="{FF2B5EF4-FFF2-40B4-BE49-F238E27FC236}">
                <a16:creationId xmlns:a16="http://schemas.microsoft.com/office/drawing/2014/main" id="{F20BF24B-F9A3-41F3-A0A1-96B46210F645}"/>
              </a:ext>
            </a:extLst>
          </p:cNvPr>
          <p:cNvSpPr>
            <a:spLocks xmlns:a="http://schemas.openxmlformats.org/drawingml/2006/main" noGrp="1"/>
          </p:cNvSpPr>
          <p:nvPr/>
        </p:nvSpPr>
        <p:spPr>
          <a:xfrm xmlns:a="http://schemas.openxmlformats.org/drawingml/2006/main">
            <a:off x="10572750" y="6419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5756B"/>
                </a:solidFill>
                <a:latin typeface="Arial"/>
                <a:ea typeface="Arial"/>
                <a:cs typeface="Arial"/>
              </a:defRPr>
            </a:defPPr>
            <a:lvl1pPr>
              <a:defRPr sz="1050" b="1">
                <a:solidFill>
                  <a:srgbClr val="65756B"/>
                </a:solidFill>
                <a:latin typeface="Arial"/>
                <a:ea typeface="Arial"/>
                <a:cs typeface="Arial"/>
              </a:defRPr>
            </a:lvl1pPr>
            <a:lvl2pPr>
              <a:defRPr sz="1050" b="1">
                <a:solidFill>
                  <a:srgbClr val="65756B"/>
                </a:solidFill>
                <a:latin typeface="Arial"/>
                <a:ea typeface="Arial"/>
                <a:cs typeface="Arial"/>
              </a:defRPr>
            </a:lvl2pPr>
            <a:lvl3pPr>
              <a:defRPr sz="1050" b="1">
                <a:solidFill>
                  <a:srgbClr val="65756B"/>
                </a:solidFill>
                <a:latin typeface="Arial"/>
                <a:ea typeface="Arial"/>
                <a:cs typeface="Arial"/>
              </a:defRPr>
            </a:lvl3pPr>
            <a:lvl4pPr>
              <a:defRPr sz="1050" b="1">
                <a:solidFill>
                  <a:srgbClr val="65756B"/>
                </a:solidFill>
                <a:latin typeface="Arial"/>
                <a:ea typeface="Arial"/>
                <a:cs typeface="Arial"/>
              </a:defRPr>
            </a:lvl4pPr>
            <a:lvl5pPr>
              <a:defRPr sz="1050" b="1">
                <a:solidFill>
                  <a:srgbClr val="65756B"/>
                </a:solidFill>
                <a:latin typeface="Arial"/>
                <a:ea typeface="Arial"/>
                <a:cs typeface="Arial"/>
              </a:defRPr>
            </a:lvl5pPr>
            <a:lvl6pPr>
              <a:defRPr sz="1050" b="1">
                <a:solidFill>
                  <a:srgbClr val="65756B"/>
                </a:solidFill>
                <a:latin typeface="Arial"/>
                <a:ea typeface="Arial"/>
                <a:cs typeface="Arial"/>
              </a:defRPr>
            </a:lvl6pPr>
            <a:lvl7pPr>
              <a:defRPr sz="1050" b="1">
                <a:solidFill>
                  <a:srgbClr val="65756B"/>
                </a:solidFill>
                <a:latin typeface="Arial"/>
                <a:ea typeface="Arial"/>
                <a:cs typeface="Arial"/>
              </a:defRPr>
            </a:lvl7pPr>
            <a:lvl8pPr>
              <a:defRPr sz="1050" b="1">
                <a:solidFill>
                  <a:srgbClr val="65756B"/>
                </a:solidFill>
                <a:latin typeface="Arial"/>
                <a:ea typeface="Arial"/>
                <a:cs typeface="Arial"/>
              </a:defRPr>
            </a:lvl8pPr>
            <a:lvl9pPr>
              <a:defRPr sz="1050" b="1">
                <a:solidFill>
                  <a:srgbClr val="65756B"/>
                </a:solidFill>
                <a:latin typeface="Arial"/>
                <a:ea typeface="Arial"/>
                <a:cs typeface="Arial"/>
              </a:defRPr>
            </a:lvl9pPr>
          </a:lstStyle>
          <a:p xmlns:a="http://schemas.openxmlformats.org/drawingml/2006/main">
            <a:pPr>
              <a:defRPr sz="1050" b="1">
                <a:solidFill>
                  <a:srgbClr val="65756B"/>
                </a:solidFill>
                <a:latin typeface="Arial"/>
                <a:ea typeface="Arial"/>
                <a:cs typeface="Arial"/>
              </a:defRPr>
            </a:pPr>
            <a:r>
              <a:rPr sz="1050" b="1">
                <a:solidFill>
                  <a:srgbClr val="65756B"/>
                </a:solidFill>
                <a:latin typeface="Arial"/>
                <a:ea typeface="Arial"/>
                <a:cs typeface="Arial"/>
              </a:rPr>
              <a:t>08 / 08</a:t>
            </a:r>
          </a:p>
        </p:txBody>
      </p:sp>
    </p:spTree>
    <p:extLst>
      <p:ext uri="{BB962C8B-B14F-4D97-AF65-F5344CB8AC3E}">
        <p14:creationId xmlns:p14="http://schemas.microsoft.com/office/powerpoint/2010/main" val="16539315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2026-10-24T22:33:06.3510000Z</dcterms:created>
  <dcterms:modified xsi:type="dcterms:W3CDTF">2026-10-24T22:33:06.3510000Z</dcterms:modified>
</coreProperties>
</file>